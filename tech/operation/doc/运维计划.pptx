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单击鼠标移动幻灯片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单击编辑备注格式</a:t>
            </a:r>
          </a:p>
        </p:txBody>
      </p:sp>
      <p:sp>
        <p:nvSpPr>
          <p:cNvPr id="1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5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5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5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02344C8-6220-4C9D-B8F7-AD3FA8DFC3D3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337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49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ED94864-A76F-4A6D-B973-6325202338C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2145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7E855FA-6E2E-4116-93EC-50B1FD1B015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561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920350C8-57A2-4C07-BACD-CB0AD3576AF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0336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5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C588E3F-0908-43C4-BDFC-8C17631FC85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0610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7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55D38DA-2BD6-4D66-BE22-3DF8B0CD6FE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9065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9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65236932-22BA-4716-9399-BEEF554B26D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2015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1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08DB3611-E40F-4E14-BF94-C88CA5DA1C0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2149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3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888EDB5-6367-47FC-B536-E1C078823AF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58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5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286A503C-E85B-4195-A6D4-25EC8D280C6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1129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7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FCC01A82-2593-453B-9753-27F269EB840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4095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9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22583361-DAD9-4078-A04D-4AB2BAC106D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2094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1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248B4347-A51F-4A94-85FE-2F8CAEF7BC8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9303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3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F49CC9D-B6CA-4FC0-8B38-38310F24FD7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941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5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61A69110-BE09-4F31-B1AD-924A625AA75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8472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7" name="CustomShape 2"/>
          <p:cNvSpPr/>
          <p:nvPr/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47B434B-A90E-4E28-B71E-C1D73998960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4132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单击鼠标编辑标题文字格式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单击鼠标编辑大纲文字格式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第二个大纲级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第三大纲级别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第四大纲级别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第五大纲级别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第六大纲级别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单击鼠标编辑标题文字格式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单击鼠标编辑大纲文字格式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第二个大纲级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第三大纲级别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第四大纲级别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第五大纲级别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第六大纲级别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单击鼠标编辑标题文字格式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单击鼠标编辑大纲文字格式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第二个大纲级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第三大纲级别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第四大纲级别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第五大纲级别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第六大纲级别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单击鼠标编辑标题文字格式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单击鼠标编辑大纲文字格式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第二个大纲级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第三大纲级别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第四大纲级别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第五大纲级别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第六大纲级别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 flipV="1">
            <a:off x="0" y="-2880"/>
            <a:ext cx="4959000" cy="411228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CustomShape 2"/>
          <p:cNvSpPr/>
          <p:nvPr/>
        </p:nvSpPr>
        <p:spPr>
          <a:xfrm rot="10800000" flipV="1">
            <a:off x="25002000" y="17477640"/>
            <a:ext cx="2133720" cy="1769040"/>
          </a:xfrm>
          <a:prstGeom prst="triangle">
            <a:avLst>
              <a:gd name="adj" fmla="val 0"/>
            </a:avLst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Line 3"/>
          <p:cNvSpPr/>
          <p:nvPr/>
        </p:nvSpPr>
        <p:spPr>
          <a:xfrm flipH="1">
            <a:off x="1622520" y="3045240"/>
            <a:ext cx="1146600" cy="9507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" name="Line 4"/>
          <p:cNvSpPr/>
          <p:nvPr/>
        </p:nvSpPr>
        <p:spPr>
          <a:xfrm flipH="1">
            <a:off x="0" y="4456440"/>
            <a:ext cx="2895480" cy="24015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Line 5"/>
          <p:cNvSpPr/>
          <p:nvPr/>
        </p:nvSpPr>
        <p:spPr>
          <a:xfrm flipH="1">
            <a:off x="4961520" y="0"/>
            <a:ext cx="2429640" cy="20149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CustomShape 6"/>
          <p:cNvSpPr/>
          <p:nvPr/>
        </p:nvSpPr>
        <p:spPr>
          <a:xfrm>
            <a:off x="3123000" y="2380320"/>
            <a:ext cx="2664720" cy="1428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88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2019</a:t>
            </a:r>
            <a:endParaRPr lang="en-US" sz="8800" b="0" strike="noStrike" spc="-1">
              <a:latin typeface="Arial"/>
            </a:endParaRPr>
          </a:p>
        </p:txBody>
      </p:sp>
      <p:sp>
        <p:nvSpPr>
          <p:cNvPr id="164" name="CustomShape 7"/>
          <p:cNvSpPr/>
          <p:nvPr/>
        </p:nvSpPr>
        <p:spPr>
          <a:xfrm>
            <a:off x="6180120" y="2606040"/>
            <a:ext cx="3534840" cy="209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运维计划目标</a:t>
            </a:r>
            <a:endParaRPr lang="en-US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5" name="CustomShape 8"/>
          <p:cNvSpPr/>
          <p:nvPr/>
        </p:nvSpPr>
        <p:spPr>
          <a:xfrm>
            <a:off x="6180120" y="3299040"/>
            <a:ext cx="510012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Do one thing at a time, and do well.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6" name="CustomShape 9"/>
          <p:cNvSpPr/>
          <p:nvPr/>
        </p:nvSpPr>
        <p:spPr>
          <a:xfrm>
            <a:off x="4209120" y="5086440"/>
            <a:ext cx="1578600" cy="391680"/>
          </a:xfrm>
          <a:prstGeom prst="rect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" name="CustomShape 10"/>
          <p:cNvSpPr/>
          <p:nvPr/>
        </p:nvSpPr>
        <p:spPr>
          <a:xfrm>
            <a:off x="6441840" y="5078160"/>
            <a:ext cx="1405800" cy="39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CustomShape 11"/>
          <p:cNvSpPr/>
          <p:nvPr/>
        </p:nvSpPr>
        <p:spPr>
          <a:xfrm>
            <a:off x="4384800" y="5124600"/>
            <a:ext cx="1248840" cy="30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gency FB"/>
                <a:ea typeface="微软雅黑"/>
              </a:rPr>
              <a:t>汇报人：杨耀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9" name="CustomShape 12"/>
          <p:cNvSpPr/>
          <p:nvPr/>
        </p:nvSpPr>
        <p:spPr>
          <a:xfrm>
            <a:off x="6513840" y="5100480"/>
            <a:ext cx="2140200" cy="72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gency FB"/>
                <a:ea typeface="微软雅黑"/>
              </a:rPr>
              <a:t>部门：技术部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170" name="Line 13"/>
          <p:cNvSpPr/>
          <p:nvPr/>
        </p:nvSpPr>
        <p:spPr>
          <a:xfrm flipH="1">
            <a:off x="11569680" y="4310280"/>
            <a:ext cx="622080" cy="5162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9" dur="500" fill="hold"/>
                                        <p:tgtEl>
                                          <p:spTgt spid="163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30" dur="500" fill="hold"/>
                                        <p:tgtEl>
                                          <p:spTgt spid="163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44" dur="500" fill="hold"/>
                                        <p:tgtEl>
                                          <p:spTgt spid="166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45" dur="500" fill="hold"/>
                                        <p:tgtEl>
                                          <p:spTgt spid="166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49" dur="500" fill="hold"/>
                                        <p:tgtEl>
                                          <p:spTgt spid="16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50" dur="500" fill="hold"/>
                                        <p:tgtEl>
                                          <p:spTgt spid="16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5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54" dur="500" fill="hold"/>
                                        <p:tgtEl>
                                          <p:spTgt spid="168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55" dur="500" fill="hold"/>
                                        <p:tgtEl>
                                          <p:spTgt spid="168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5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59" dur="500" fill="hold"/>
                                        <p:tgtEl>
                                          <p:spTgt spid="169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60" dur="500" fill="hold"/>
                                        <p:tgtEl>
                                          <p:spTgt spid="169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 flipV="1">
            <a:off x="2354400" y="3096720"/>
            <a:ext cx="254160" cy="102240"/>
          </a:xfrm>
          <a:prstGeom prst="triangl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CustomShape 2"/>
          <p:cNvSpPr/>
          <p:nvPr/>
        </p:nvSpPr>
        <p:spPr>
          <a:xfrm>
            <a:off x="2232000" y="3696120"/>
            <a:ext cx="498960" cy="498600"/>
          </a:xfrm>
          <a:custGeom>
            <a:avLst/>
            <a:gdLst/>
            <a:ahLst/>
            <a:cxnLst/>
            <a:rect l="l" t="t" r="r" b="b"/>
            <a:pathLst>
              <a:path w="591547" h="590770">
                <a:moveTo>
                  <a:pt x="86413" y="515758"/>
                </a:moveTo>
                <a:lnTo>
                  <a:pt x="171919" y="515758"/>
                </a:lnTo>
                <a:lnTo>
                  <a:pt x="171919" y="537523"/>
                </a:lnTo>
                <a:lnTo>
                  <a:pt x="86413" y="537523"/>
                </a:lnTo>
                <a:close/>
                <a:moveTo>
                  <a:pt x="86413" y="461733"/>
                </a:moveTo>
                <a:lnTo>
                  <a:pt x="171919" y="461733"/>
                </a:lnTo>
                <a:lnTo>
                  <a:pt x="171919" y="483498"/>
                </a:lnTo>
                <a:lnTo>
                  <a:pt x="86413" y="483498"/>
                </a:lnTo>
                <a:close/>
                <a:moveTo>
                  <a:pt x="86413" y="408616"/>
                </a:moveTo>
                <a:lnTo>
                  <a:pt x="171919" y="408616"/>
                </a:lnTo>
                <a:lnTo>
                  <a:pt x="171919" y="429474"/>
                </a:lnTo>
                <a:lnTo>
                  <a:pt x="86413" y="429474"/>
                </a:lnTo>
                <a:close/>
                <a:moveTo>
                  <a:pt x="204177" y="357041"/>
                </a:moveTo>
                <a:lnTo>
                  <a:pt x="204177" y="569815"/>
                </a:lnTo>
                <a:lnTo>
                  <a:pt x="333300" y="569815"/>
                </a:lnTo>
                <a:lnTo>
                  <a:pt x="333300" y="382026"/>
                </a:lnTo>
                <a:close/>
                <a:moveTo>
                  <a:pt x="183194" y="357041"/>
                </a:moveTo>
                <a:lnTo>
                  <a:pt x="75053" y="382026"/>
                </a:lnTo>
                <a:lnTo>
                  <a:pt x="75053" y="569815"/>
                </a:lnTo>
                <a:lnTo>
                  <a:pt x="183194" y="569815"/>
                </a:lnTo>
                <a:close/>
                <a:moveTo>
                  <a:pt x="247709" y="311838"/>
                </a:moveTo>
                <a:lnTo>
                  <a:pt x="322851" y="311838"/>
                </a:lnTo>
                <a:lnTo>
                  <a:pt x="322851" y="332826"/>
                </a:lnTo>
                <a:lnTo>
                  <a:pt x="247709" y="332826"/>
                </a:lnTo>
                <a:close/>
                <a:moveTo>
                  <a:pt x="247709" y="257944"/>
                </a:moveTo>
                <a:lnTo>
                  <a:pt x="322851" y="257944"/>
                </a:lnTo>
                <a:lnTo>
                  <a:pt x="322851" y="279580"/>
                </a:lnTo>
                <a:lnTo>
                  <a:pt x="247709" y="279580"/>
                </a:lnTo>
                <a:close/>
                <a:moveTo>
                  <a:pt x="247709" y="203919"/>
                </a:moveTo>
                <a:lnTo>
                  <a:pt x="322851" y="203919"/>
                </a:lnTo>
                <a:lnTo>
                  <a:pt x="322851" y="225684"/>
                </a:lnTo>
                <a:lnTo>
                  <a:pt x="247709" y="225684"/>
                </a:lnTo>
                <a:close/>
                <a:moveTo>
                  <a:pt x="247709" y="150672"/>
                </a:moveTo>
                <a:lnTo>
                  <a:pt x="322851" y="150672"/>
                </a:lnTo>
                <a:lnTo>
                  <a:pt x="322851" y="171660"/>
                </a:lnTo>
                <a:lnTo>
                  <a:pt x="247709" y="171660"/>
                </a:lnTo>
                <a:close/>
                <a:moveTo>
                  <a:pt x="355090" y="102357"/>
                </a:moveTo>
                <a:lnTo>
                  <a:pt x="355090" y="373160"/>
                </a:lnTo>
                <a:lnTo>
                  <a:pt x="355090" y="376384"/>
                </a:lnTo>
                <a:lnTo>
                  <a:pt x="355090" y="569815"/>
                </a:lnTo>
                <a:lnTo>
                  <a:pt x="484213" y="569815"/>
                </a:lnTo>
                <a:lnTo>
                  <a:pt x="484213" y="154744"/>
                </a:lnTo>
                <a:close/>
                <a:moveTo>
                  <a:pt x="333300" y="99939"/>
                </a:moveTo>
                <a:lnTo>
                  <a:pt x="236458" y="125730"/>
                </a:lnTo>
                <a:lnTo>
                  <a:pt x="236458" y="341728"/>
                </a:lnTo>
                <a:lnTo>
                  <a:pt x="333300" y="360265"/>
                </a:lnTo>
                <a:close/>
                <a:moveTo>
                  <a:pt x="397862" y="21761"/>
                </a:moveTo>
                <a:cubicBezTo>
                  <a:pt x="392213" y="21761"/>
                  <a:pt x="387371" y="26596"/>
                  <a:pt x="387371" y="32238"/>
                </a:cubicBezTo>
                <a:cubicBezTo>
                  <a:pt x="387371" y="37880"/>
                  <a:pt x="392213" y="42716"/>
                  <a:pt x="397862" y="42716"/>
                </a:cubicBezTo>
                <a:cubicBezTo>
                  <a:pt x="404318" y="42716"/>
                  <a:pt x="409160" y="37880"/>
                  <a:pt x="409160" y="32238"/>
                </a:cubicBezTo>
                <a:cubicBezTo>
                  <a:pt x="409160" y="26596"/>
                  <a:pt x="404318" y="21761"/>
                  <a:pt x="397862" y="21761"/>
                </a:cubicBezTo>
                <a:close/>
                <a:moveTo>
                  <a:pt x="397862" y="0"/>
                </a:moveTo>
                <a:cubicBezTo>
                  <a:pt x="415616" y="0"/>
                  <a:pt x="430143" y="14507"/>
                  <a:pt x="430143" y="32238"/>
                </a:cubicBezTo>
                <a:cubicBezTo>
                  <a:pt x="430143" y="45940"/>
                  <a:pt x="421266" y="58029"/>
                  <a:pt x="409160" y="62865"/>
                </a:cubicBezTo>
                <a:lnTo>
                  <a:pt x="409160" y="100745"/>
                </a:lnTo>
                <a:lnTo>
                  <a:pt x="498740" y="137819"/>
                </a:lnTo>
                <a:cubicBezTo>
                  <a:pt x="502775" y="139431"/>
                  <a:pt x="506003" y="143461"/>
                  <a:pt x="506003" y="147491"/>
                </a:cubicBezTo>
                <a:lnTo>
                  <a:pt x="506003" y="569815"/>
                </a:lnTo>
                <a:lnTo>
                  <a:pt x="591547" y="569815"/>
                </a:lnTo>
                <a:lnTo>
                  <a:pt x="591547" y="590770"/>
                </a:lnTo>
                <a:lnTo>
                  <a:pt x="494705" y="590770"/>
                </a:lnTo>
                <a:lnTo>
                  <a:pt x="344598" y="590770"/>
                </a:lnTo>
                <a:lnTo>
                  <a:pt x="193685" y="590770"/>
                </a:lnTo>
                <a:lnTo>
                  <a:pt x="64562" y="590770"/>
                </a:lnTo>
                <a:lnTo>
                  <a:pt x="0" y="590770"/>
                </a:lnTo>
                <a:lnTo>
                  <a:pt x="0" y="569815"/>
                </a:lnTo>
                <a:lnTo>
                  <a:pt x="54070" y="569815"/>
                </a:lnTo>
                <a:lnTo>
                  <a:pt x="54070" y="373160"/>
                </a:lnTo>
                <a:cubicBezTo>
                  <a:pt x="54070" y="368324"/>
                  <a:pt x="57298" y="364294"/>
                  <a:pt x="62141" y="362683"/>
                </a:cubicBezTo>
                <a:lnTo>
                  <a:pt x="191264" y="333668"/>
                </a:lnTo>
                <a:cubicBezTo>
                  <a:pt x="192878" y="332862"/>
                  <a:pt x="194492" y="332862"/>
                  <a:pt x="195299" y="333668"/>
                </a:cubicBezTo>
                <a:cubicBezTo>
                  <a:pt x="196106" y="333668"/>
                  <a:pt x="196106" y="333668"/>
                  <a:pt x="196106" y="333668"/>
                </a:cubicBezTo>
                <a:lnTo>
                  <a:pt x="215475" y="336892"/>
                </a:lnTo>
                <a:lnTo>
                  <a:pt x="215475" y="116864"/>
                </a:lnTo>
                <a:cubicBezTo>
                  <a:pt x="215475" y="112028"/>
                  <a:pt x="218703" y="107999"/>
                  <a:pt x="223545" y="106387"/>
                </a:cubicBezTo>
                <a:lnTo>
                  <a:pt x="341370" y="75760"/>
                </a:lnTo>
                <a:cubicBezTo>
                  <a:pt x="342177" y="75760"/>
                  <a:pt x="342177" y="75760"/>
                  <a:pt x="342984" y="75760"/>
                </a:cubicBezTo>
                <a:cubicBezTo>
                  <a:pt x="343791" y="75760"/>
                  <a:pt x="344598" y="74954"/>
                  <a:pt x="345405" y="75760"/>
                </a:cubicBezTo>
                <a:cubicBezTo>
                  <a:pt x="346213" y="75760"/>
                  <a:pt x="347020" y="75760"/>
                  <a:pt x="347020" y="75760"/>
                </a:cubicBezTo>
                <a:cubicBezTo>
                  <a:pt x="347827" y="75760"/>
                  <a:pt x="347827" y="75760"/>
                  <a:pt x="348634" y="75760"/>
                </a:cubicBezTo>
                <a:lnTo>
                  <a:pt x="387371" y="91879"/>
                </a:lnTo>
                <a:lnTo>
                  <a:pt x="387371" y="62865"/>
                </a:lnTo>
                <a:cubicBezTo>
                  <a:pt x="375265" y="58029"/>
                  <a:pt x="365581" y="45940"/>
                  <a:pt x="365581" y="32238"/>
                </a:cubicBezTo>
                <a:cubicBezTo>
                  <a:pt x="365581" y="14507"/>
                  <a:pt x="380107" y="0"/>
                  <a:pt x="3978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CustomShape 3"/>
          <p:cNvSpPr/>
          <p:nvPr/>
        </p:nvSpPr>
        <p:spPr>
          <a:xfrm>
            <a:off x="7049520" y="3696120"/>
            <a:ext cx="498960" cy="498240"/>
          </a:xfrm>
          <a:custGeom>
            <a:avLst/>
            <a:gdLst/>
            <a:ahLst/>
            <a:cxnLst/>
            <a:rect l="l" t="t" r="r" b="b"/>
            <a:pathLst>
              <a:path w="607535" h="606604">
                <a:moveTo>
                  <a:pt x="394900" y="353768"/>
                </a:moveTo>
                <a:cubicBezTo>
                  <a:pt x="400507" y="353768"/>
                  <a:pt x="405045" y="358301"/>
                  <a:pt x="405045" y="363900"/>
                </a:cubicBezTo>
                <a:lnTo>
                  <a:pt x="405045" y="515616"/>
                </a:lnTo>
                <a:cubicBezTo>
                  <a:pt x="405045" y="543435"/>
                  <a:pt x="382353" y="566099"/>
                  <a:pt x="354410" y="566099"/>
                </a:cubicBezTo>
                <a:lnTo>
                  <a:pt x="212649" y="566099"/>
                </a:lnTo>
                <a:cubicBezTo>
                  <a:pt x="207131" y="566099"/>
                  <a:pt x="202593" y="561566"/>
                  <a:pt x="202593" y="556056"/>
                </a:cubicBezTo>
                <a:cubicBezTo>
                  <a:pt x="202593" y="550457"/>
                  <a:pt x="207131" y="545924"/>
                  <a:pt x="212649" y="545924"/>
                </a:cubicBezTo>
                <a:lnTo>
                  <a:pt x="354410" y="545924"/>
                </a:lnTo>
                <a:cubicBezTo>
                  <a:pt x="371140" y="545924"/>
                  <a:pt x="384845" y="532325"/>
                  <a:pt x="384845" y="515616"/>
                </a:cubicBezTo>
                <a:lnTo>
                  <a:pt x="384845" y="363900"/>
                </a:lnTo>
                <a:cubicBezTo>
                  <a:pt x="384845" y="358301"/>
                  <a:pt x="389294" y="353768"/>
                  <a:pt x="394900" y="353768"/>
                </a:cubicBezTo>
                <a:close/>
                <a:moveTo>
                  <a:pt x="131640" y="262739"/>
                </a:moveTo>
                <a:cubicBezTo>
                  <a:pt x="137236" y="262739"/>
                  <a:pt x="141766" y="267271"/>
                  <a:pt x="141766" y="272870"/>
                </a:cubicBezTo>
                <a:lnTo>
                  <a:pt x="141766" y="333565"/>
                </a:lnTo>
                <a:cubicBezTo>
                  <a:pt x="141766" y="339075"/>
                  <a:pt x="137236" y="343607"/>
                  <a:pt x="131640" y="343607"/>
                </a:cubicBezTo>
                <a:cubicBezTo>
                  <a:pt x="126044" y="343607"/>
                  <a:pt x="121514" y="339075"/>
                  <a:pt x="121514" y="333565"/>
                </a:cubicBezTo>
                <a:lnTo>
                  <a:pt x="121514" y="272870"/>
                </a:lnTo>
                <a:cubicBezTo>
                  <a:pt x="121514" y="267271"/>
                  <a:pt x="126044" y="262739"/>
                  <a:pt x="131640" y="262739"/>
                </a:cubicBezTo>
                <a:close/>
                <a:moveTo>
                  <a:pt x="489057" y="194973"/>
                </a:moveTo>
                <a:cubicBezTo>
                  <a:pt x="492973" y="190974"/>
                  <a:pt x="499381" y="190974"/>
                  <a:pt x="503386" y="194973"/>
                </a:cubicBezTo>
                <a:lnTo>
                  <a:pt x="604576" y="296095"/>
                </a:lnTo>
                <a:cubicBezTo>
                  <a:pt x="605555" y="296983"/>
                  <a:pt x="606267" y="298138"/>
                  <a:pt x="606801" y="299383"/>
                </a:cubicBezTo>
                <a:cubicBezTo>
                  <a:pt x="607780" y="301871"/>
                  <a:pt x="607780" y="304625"/>
                  <a:pt x="606801" y="307113"/>
                </a:cubicBezTo>
                <a:cubicBezTo>
                  <a:pt x="606267" y="308357"/>
                  <a:pt x="605555" y="309424"/>
                  <a:pt x="604576" y="310401"/>
                </a:cubicBezTo>
                <a:lnTo>
                  <a:pt x="503386" y="411434"/>
                </a:lnTo>
                <a:cubicBezTo>
                  <a:pt x="501339" y="413478"/>
                  <a:pt x="498758" y="414455"/>
                  <a:pt x="496177" y="414455"/>
                </a:cubicBezTo>
                <a:cubicBezTo>
                  <a:pt x="493596" y="414455"/>
                  <a:pt x="491015" y="413478"/>
                  <a:pt x="489057" y="411434"/>
                </a:cubicBezTo>
                <a:cubicBezTo>
                  <a:pt x="485052" y="407524"/>
                  <a:pt x="485052" y="401126"/>
                  <a:pt x="489057" y="397217"/>
                </a:cubicBezTo>
                <a:lnTo>
                  <a:pt x="572982" y="313333"/>
                </a:lnTo>
                <a:lnTo>
                  <a:pt x="232921" y="313333"/>
                </a:lnTo>
                <a:cubicBezTo>
                  <a:pt x="227314" y="313333"/>
                  <a:pt x="222775" y="308802"/>
                  <a:pt x="222775" y="303203"/>
                </a:cubicBezTo>
                <a:cubicBezTo>
                  <a:pt x="222775" y="297605"/>
                  <a:pt x="227314" y="293074"/>
                  <a:pt x="232921" y="293074"/>
                </a:cubicBezTo>
                <a:lnTo>
                  <a:pt x="572982" y="293074"/>
                </a:lnTo>
                <a:lnTo>
                  <a:pt x="489057" y="209279"/>
                </a:lnTo>
                <a:cubicBezTo>
                  <a:pt x="485052" y="205281"/>
                  <a:pt x="485052" y="198883"/>
                  <a:pt x="489057" y="194973"/>
                </a:cubicBezTo>
                <a:close/>
                <a:moveTo>
                  <a:pt x="211398" y="40317"/>
                </a:moveTo>
                <a:lnTo>
                  <a:pt x="354409" y="40317"/>
                </a:lnTo>
                <a:cubicBezTo>
                  <a:pt x="382353" y="40317"/>
                  <a:pt x="405046" y="62981"/>
                  <a:pt x="405046" y="90889"/>
                </a:cubicBezTo>
                <a:lnTo>
                  <a:pt x="405046" y="242605"/>
                </a:lnTo>
                <a:cubicBezTo>
                  <a:pt x="405046" y="248115"/>
                  <a:pt x="400508" y="252648"/>
                  <a:pt x="394901" y="252648"/>
                </a:cubicBezTo>
                <a:cubicBezTo>
                  <a:pt x="389295" y="252648"/>
                  <a:pt x="384845" y="248115"/>
                  <a:pt x="384845" y="242605"/>
                </a:cubicBezTo>
                <a:lnTo>
                  <a:pt x="384845" y="90889"/>
                </a:lnTo>
                <a:cubicBezTo>
                  <a:pt x="384845" y="74180"/>
                  <a:pt x="371140" y="60581"/>
                  <a:pt x="354409" y="60581"/>
                </a:cubicBezTo>
                <a:lnTo>
                  <a:pt x="211398" y="60581"/>
                </a:lnTo>
                <a:cubicBezTo>
                  <a:pt x="205791" y="60581"/>
                  <a:pt x="201253" y="56048"/>
                  <a:pt x="201253" y="50449"/>
                </a:cubicBezTo>
                <a:cubicBezTo>
                  <a:pt x="201253" y="44850"/>
                  <a:pt x="205791" y="40317"/>
                  <a:pt x="211398" y="40317"/>
                </a:cubicBezTo>
                <a:close/>
                <a:moveTo>
                  <a:pt x="147115" y="20146"/>
                </a:moveTo>
                <a:cubicBezTo>
                  <a:pt x="144890" y="20146"/>
                  <a:pt x="142576" y="20590"/>
                  <a:pt x="140084" y="21568"/>
                </a:cubicBezTo>
                <a:lnTo>
                  <a:pt x="44232" y="59782"/>
                </a:lnTo>
                <a:cubicBezTo>
                  <a:pt x="24919" y="66981"/>
                  <a:pt x="20292" y="73024"/>
                  <a:pt x="20292" y="90887"/>
                </a:cubicBezTo>
                <a:lnTo>
                  <a:pt x="20292" y="515689"/>
                </a:lnTo>
                <a:cubicBezTo>
                  <a:pt x="20292" y="533464"/>
                  <a:pt x="24919" y="539596"/>
                  <a:pt x="44054" y="546616"/>
                </a:cubicBezTo>
                <a:lnTo>
                  <a:pt x="140262" y="585098"/>
                </a:lnTo>
                <a:cubicBezTo>
                  <a:pt x="142576" y="585897"/>
                  <a:pt x="144890" y="586431"/>
                  <a:pt x="147115" y="586431"/>
                </a:cubicBezTo>
                <a:cubicBezTo>
                  <a:pt x="156015" y="586431"/>
                  <a:pt x="161978" y="578254"/>
                  <a:pt x="161978" y="566257"/>
                </a:cubicBezTo>
                <a:lnTo>
                  <a:pt x="161978" y="40319"/>
                </a:lnTo>
                <a:cubicBezTo>
                  <a:pt x="161978" y="28233"/>
                  <a:pt x="156015" y="20146"/>
                  <a:pt x="147115" y="20146"/>
                </a:cubicBezTo>
                <a:close/>
                <a:moveTo>
                  <a:pt x="151669" y="315"/>
                </a:moveTo>
                <a:cubicBezTo>
                  <a:pt x="169354" y="2727"/>
                  <a:pt x="182270" y="18724"/>
                  <a:pt x="182270" y="40319"/>
                </a:cubicBezTo>
                <a:lnTo>
                  <a:pt x="182270" y="566257"/>
                </a:lnTo>
                <a:cubicBezTo>
                  <a:pt x="182270" y="589630"/>
                  <a:pt x="167496" y="606604"/>
                  <a:pt x="147115" y="606604"/>
                </a:cubicBezTo>
                <a:cubicBezTo>
                  <a:pt x="142487" y="606604"/>
                  <a:pt x="137681" y="605716"/>
                  <a:pt x="132964" y="603938"/>
                </a:cubicBezTo>
                <a:lnTo>
                  <a:pt x="36756" y="565457"/>
                </a:lnTo>
                <a:cubicBezTo>
                  <a:pt x="10057" y="555592"/>
                  <a:pt x="0" y="542084"/>
                  <a:pt x="0" y="515689"/>
                </a:cubicBezTo>
                <a:lnTo>
                  <a:pt x="0" y="90887"/>
                </a:lnTo>
                <a:cubicBezTo>
                  <a:pt x="0" y="64492"/>
                  <a:pt x="10057" y="50895"/>
                  <a:pt x="37023" y="40942"/>
                </a:cubicBezTo>
                <a:lnTo>
                  <a:pt x="132697" y="2727"/>
                </a:lnTo>
                <a:cubicBezTo>
                  <a:pt x="139350" y="217"/>
                  <a:pt x="145774" y="-489"/>
                  <a:pt x="151669" y="3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Line 4"/>
          <p:cNvSpPr/>
          <p:nvPr/>
        </p:nvSpPr>
        <p:spPr>
          <a:xfrm flipH="1">
            <a:off x="8709120" y="390600"/>
            <a:ext cx="1303200" cy="10810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Line 5"/>
          <p:cNvSpPr/>
          <p:nvPr/>
        </p:nvSpPr>
        <p:spPr>
          <a:xfrm flipH="1">
            <a:off x="0" y="5628960"/>
            <a:ext cx="1481400" cy="1229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CustomShape 6"/>
          <p:cNvSpPr/>
          <p:nvPr/>
        </p:nvSpPr>
        <p:spPr>
          <a:xfrm flipV="1">
            <a:off x="4763160" y="3096720"/>
            <a:ext cx="254160" cy="102240"/>
          </a:xfrm>
          <a:prstGeom prst="triangl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CustomShape 7"/>
          <p:cNvSpPr/>
          <p:nvPr/>
        </p:nvSpPr>
        <p:spPr>
          <a:xfrm flipV="1">
            <a:off x="7171920" y="3096720"/>
            <a:ext cx="254160" cy="102240"/>
          </a:xfrm>
          <a:prstGeom prst="triangl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CustomShape 8"/>
          <p:cNvSpPr/>
          <p:nvPr/>
        </p:nvSpPr>
        <p:spPr>
          <a:xfrm flipV="1">
            <a:off x="9580680" y="3096720"/>
            <a:ext cx="254160" cy="102240"/>
          </a:xfrm>
          <a:prstGeom prst="triangl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CustomShape 9"/>
          <p:cNvSpPr/>
          <p:nvPr/>
        </p:nvSpPr>
        <p:spPr>
          <a:xfrm>
            <a:off x="1490760" y="4573800"/>
            <a:ext cx="198180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01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0" name="CustomShape 10"/>
          <p:cNvSpPr/>
          <p:nvPr/>
        </p:nvSpPr>
        <p:spPr>
          <a:xfrm>
            <a:off x="3899520" y="4573800"/>
            <a:ext cx="198180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02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1" name="CustomShape 11"/>
          <p:cNvSpPr/>
          <p:nvPr/>
        </p:nvSpPr>
        <p:spPr>
          <a:xfrm>
            <a:off x="6308280" y="4573800"/>
            <a:ext cx="198180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03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12"/>
          <p:cNvSpPr/>
          <p:nvPr/>
        </p:nvSpPr>
        <p:spPr>
          <a:xfrm>
            <a:off x="8717040" y="4573800"/>
            <a:ext cx="198180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04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83" name="图片 182"/>
          <p:cNvPicPr/>
          <p:nvPr/>
        </p:nvPicPr>
        <p:blipFill>
          <a:blip r:embed="rId3"/>
          <a:stretch/>
        </p:blipFill>
        <p:spPr>
          <a:xfrm>
            <a:off x="0" y="1008000"/>
            <a:ext cx="12189600" cy="4749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7" dur="500" fill="hold"/>
                                        <p:tgtEl>
                                          <p:spTgt spid="171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8" dur="500" fill="hold"/>
                                        <p:tgtEl>
                                          <p:spTgt spid="171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12" dur="500" fill="hold"/>
                                        <p:tgtEl>
                                          <p:spTgt spid="172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3" dur="500" fill="hold"/>
                                        <p:tgtEl>
                                          <p:spTgt spid="172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17" dur="500" fill="hold"/>
                                        <p:tgtEl>
                                          <p:spTgt spid="173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8" dur="500" fill="hold"/>
                                        <p:tgtEl>
                                          <p:spTgt spid="173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2" dur="500" fill="hold"/>
                                        <p:tgtEl>
                                          <p:spTgt spid="176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23" dur="500" fill="hold"/>
                                        <p:tgtEl>
                                          <p:spTgt spid="176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7" dur="500" fill="hold"/>
                                        <p:tgtEl>
                                          <p:spTgt spid="17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28" dur="500" fill="hold"/>
                                        <p:tgtEl>
                                          <p:spTgt spid="17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32" dur="500" fill="hold"/>
                                        <p:tgtEl>
                                          <p:spTgt spid="178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33" dur="500" fill="hold"/>
                                        <p:tgtEl>
                                          <p:spTgt spid="178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right)">
                                      <p:cBhvr additive="repl">
                                        <p:cTn id="5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 rot="16200000" flipV="1">
            <a:off x="-1096200" y="1443600"/>
            <a:ext cx="6164280" cy="3965760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5" name="Line 2"/>
          <p:cNvSpPr/>
          <p:nvPr/>
        </p:nvSpPr>
        <p:spPr>
          <a:xfrm flipH="1">
            <a:off x="9535680" y="-1440"/>
            <a:ext cx="2656080" cy="2202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" name="Line 3"/>
          <p:cNvSpPr/>
          <p:nvPr/>
        </p:nvSpPr>
        <p:spPr>
          <a:xfrm flipH="1">
            <a:off x="3578040" y="4766760"/>
            <a:ext cx="1155960" cy="959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" name="CustomShape 4"/>
          <p:cNvSpPr/>
          <p:nvPr/>
        </p:nvSpPr>
        <p:spPr>
          <a:xfrm>
            <a:off x="4269600" y="1971000"/>
            <a:ext cx="3182760" cy="100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60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01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5625360" y="3038760"/>
            <a:ext cx="2716560" cy="130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脚本化运维</a:t>
            </a:r>
            <a:endParaRPr lang="en-US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000" b="0" strike="noStrike" spc="-1">
              <a:latin typeface="Arial"/>
            </a:endParaRPr>
          </a:p>
        </p:txBody>
      </p:sp>
      <p:sp>
        <p:nvSpPr>
          <p:cNvPr id="189" name="CustomShape 6"/>
          <p:cNvSpPr/>
          <p:nvPr/>
        </p:nvSpPr>
        <p:spPr>
          <a:xfrm>
            <a:off x="6292800" y="3667320"/>
            <a:ext cx="143784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2018-9完成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0" name="CustomShape 7"/>
          <p:cNvSpPr/>
          <p:nvPr/>
        </p:nvSpPr>
        <p:spPr>
          <a:xfrm>
            <a:off x="10445400" y="5500800"/>
            <a:ext cx="1743840" cy="1354680"/>
          </a:xfrm>
          <a:custGeom>
            <a:avLst/>
            <a:gdLst/>
            <a:ahLst/>
            <a:cxnLst/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Line 8"/>
          <p:cNvSpPr/>
          <p:nvPr/>
        </p:nvSpPr>
        <p:spPr>
          <a:xfrm flipH="1">
            <a:off x="9727560" y="6378480"/>
            <a:ext cx="578160" cy="4795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3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Line 1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Line 2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CustomShape 3"/>
          <p:cNvSpPr/>
          <p:nvPr/>
        </p:nvSpPr>
        <p:spPr>
          <a:xfrm>
            <a:off x="4988880" y="345240"/>
            <a:ext cx="221364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目前的问题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95" name="CustomShape 4"/>
          <p:cNvSpPr/>
          <p:nvPr/>
        </p:nvSpPr>
        <p:spPr>
          <a:xfrm>
            <a:off x="4896000" y="1829520"/>
            <a:ext cx="6837840" cy="364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endParaRPr lang="en-US" sz="18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96" name="CustomShape 5"/>
          <p:cNvSpPr/>
          <p:nvPr/>
        </p:nvSpPr>
        <p:spPr>
          <a:xfrm>
            <a:off x="4824000" y="1013400"/>
            <a:ext cx="7126200" cy="529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大的问题： 版本部署， 版本更新，问题不断。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计划目标：提升效率50%，提高部署稳定性。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实现方式：标准化 规范化 脚本话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计划细节： 完成初步部署脚本   脚本可用，减少人为错误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         脚本完善并稳定      提升效率50%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         进入运维平台         改善部署效果75%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目标结果： 让运维部署不再成为痛点。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97" name="图片 196"/>
          <p:cNvPicPr/>
          <p:nvPr/>
        </p:nvPicPr>
        <p:blipFill>
          <a:blip r:embed="rId3"/>
          <a:stretch/>
        </p:blipFill>
        <p:spPr>
          <a:xfrm>
            <a:off x="504000" y="948600"/>
            <a:ext cx="3886200" cy="502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Line 1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Line 2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CustomShape 3"/>
          <p:cNvSpPr/>
          <p:nvPr/>
        </p:nvSpPr>
        <p:spPr>
          <a:xfrm>
            <a:off x="4988880" y="345240"/>
            <a:ext cx="221364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脚本化运维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201" name="图片占位符 79"/>
          <p:cNvPicPr/>
          <p:nvPr/>
        </p:nvPicPr>
        <p:blipFill>
          <a:blip r:embed="rId3"/>
          <a:stretch/>
        </p:blipFill>
        <p:spPr>
          <a:xfrm>
            <a:off x="957240" y="1574640"/>
            <a:ext cx="3648600" cy="4255200"/>
          </a:xfrm>
          <a:prstGeom prst="rect">
            <a:avLst/>
          </a:prstGeom>
          <a:ln>
            <a:noFill/>
          </a:ln>
        </p:spPr>
      </p:pic>
      <p:sp>
        <p:nvSpPr>
          <p:cNvPr id="202" name="CustomShape 4"/>
          <p:cNvSpPr/>
          <p:nvPr/>
        </p:nvSpPr>
        <p:spPr>
          <a:xfrm>
            <a:off x="4896000" y="1541520"/>
            <a:ext cx="6837840" cy="4792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2200" b="0" strike="noStrike" spc="-1">
                <a:solidFill>
                  <a:srgbClr val="808080"/>
                </a:solidFill>
                <a:latin typeface="Arial"/>
                <a:ea typeface="微软雅黑"/>
              </a:rPr>
              <a:t>哥们别逗了，写个脚本那真不叫运维自动化!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2200" b="0" strike="noStrike" spc="-1">
                <a:solidFill>
                  <a:srgbClr val="808080"/>
                </a:solidFill>
                <a:latin typeface="Arial"/>
                <a:ea typeface="微软雅黑"/>
              </a:rPr>
              <a:t>但脚本化能减低出错成本。减少出错几率。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2200" b="0" strike="noStrike" spc="-1">
                <a:solidFill>
                  <a:srgbClr val="808080"/>
                </a:solidFill>
                <a:latin typeface="Arial"/>
                <a:ea typeface="微软雅黑"/>
              </a:rPr>
              <a:t>人总是有惰性，和失误几率的。 机器没有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2200" b="0" strike="noStrike" spc="-1">
                <a:solidFill>
                  <a:srgbClr val="808080"/>
                </a:solidFill>
                <a:latin typeface="Arial"/>
                <a:ea typeface="微软雅黑"/>
              </a:rPr>
              <a:t>目标所有上线部署完全实现脚本话，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2200" b="0" strike="noStrike" spc="-1">
                <a:solidFill>
                  <a:srgbClr val="808080"/>
                </a:solidFill>
                <a:latin typeface="Arial"/>
                <a:ea typeface="微软雅黑"/>
              </a:rPr>
              <a:t>终极目标：天下武功 唯快不破。 速度 效率ssss</a:t>
            </a:r>
            <a:endParaRPr lang="en-US" sz="2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22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图片 202"/>
          <p:cNvPicPr/>
          <p:nvPr/>
        </p:nvPicPr>
        <p:blipFill>
          <a:blip r:embed="rId3"/>
          <a:stretch/>
        </p:blipFill>
        <p:spPr>
          <a:xfrm rot="20600400">
            <a:off x="6138720" y="1562760"/>
            <a:ext cx="5967720" cy="4034520"/>
          </a:xfrm>
          <a:prstGeom prst="rect">
            <a:avLst/>
          </a:prstGeom>
          <a:ln>
            <a:noFill/>
          </a:ln>
        </p:spPr>
      </p:pic>
      <p:sp>
        <p:nvSpPr>
          <p:cNvPr id="204" name="Line 1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" name="Line 2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" name="CustomShape 3"/>
          <p:cNvSpPr/>
          <p:nvPr/>
        </p:nvSpPr>
        <p:spPr>
          <a:xfrm>
            <a:off x="4988880" y="345240"/>
            <a:ext cx="221364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系统安全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07" name="CustomShape 4"/>
          <p:cNvSpPr/>
          <p:nvPr/>
        </p:nvSpPr>
        <p:spPr>
          <a:xfrm>
            <a:off x="4464000" y="936000"/>
            <a:ext cx="3313080" cy="49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安全无小事 数据大于天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5"/>
          <p:cNvSpPr/>
          <p:nvPr/>
        </p:nvSpPr>
        <p:spPr>
          <a:xfrm>
            <a:off x="648000" y="1109520"/>
            <a:ext cx="6334920" cy="529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人的因素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怎么排除人的因素，规范化工具化      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数据安全，运行安全，安全管理，最小化隔离。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怎么实现？ 难 ……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没有最安全，只有努力最周全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外力因素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硬件，软件，bug，攻击，……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备份，备份，备份。。。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多活方案，负载方案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让出错成本升高。 就不容易出错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 rot="16200000" flipV="1">
            <a:off x="-1096200" y="1443600"/>
            <a:ext cx="6164280" cy="3965760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" name="Line 2"/>
          <p:cNvSpPr/>
          <p:nvPr/>
        </p:nvSpPr>
        <p:spPr>
          <a:xfrm flipH="1">
            <a:off x="9535680" y="-1440"/>
            <a:ext cx="2656080" cy="2202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" name="Line 3"/>
          <p:cNvSpPr/>
          <p:nvPr/>
        </p:nvSpPr>
        <p:spPr>
          <a:xfrm flipH="1">
            <a:off x="3578040" y="4766760"/>
            <a:ext cx="1155960" cy="959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" name="CustomShape 4"/>
          <p:cNvSpPr/>
          <p:nvPr/>
        </p:nvSpPr>
        <p:spPr>
          <a:xfrm>
            <a:off x="4269600" y="1971000"/>
            <a:ext cx="3182760" cy="19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60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02</a:t>
            </a:r>
            <a:endParaRPr lang="en-US" sz="6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6000" b="0" strike="noStrike" spc="-1">
              <a:latin typeface="Arial"/>
            </a:endParaRPr>
          </a:p>
        </p:txBody>
      </p:sp>
      <p:sp>
        <p:nvSpPr>
          <p:cNvPr id="213" name="CustomShape 5"/>
          <p:cNvSpPr/>
          <p:nvPr/>
        </p:nvSpPr>
        <p:spPr>
          <a:xfrm>
            <a:off x="5374080" y="3038760"/>
            <a:ext cx="3223800" cy="130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所有系统监控</a:t>
            </a:r>
            <a:endParaRPr lang="en-US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000" b="0" strike="noStrike" spc="-1">
              <a:latin typeface="Arial"/>
            </a:endParaRPr>
          </a:p>
        </p:txBody>
      </p:sp>
      <p:sp>
        <p:nvSpPr>
          <p:cNvPr id="214" name="CustomShape 6"/>
          <p:cNvSpPr/>
          <p:nvPr/>
        </p:nvSpPr>
        <p:spPr>
          <a:xfrm>
            <a:off x="6264000" y="3797280"/>
            <a:ext cx="198504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2018-10中旬完成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15" name="CustomShape 7"/>
          <p:cNvSpPr/>
          <p:nvPr/>
        </p:nvSpPr>
        <p:spPr>
          <a:xfrm>
            <a:off x="10445400" y="5500800"/>
            <a:ext cx="1743840" cy="1354680"/>
          </a:xfrm>
          <a:custGeom>
            <a:avLst/>
            <a:gdLst/>
            <a:ahLst/>
            <a:cxnLst/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6" name="Line 8"/>
          <p:cNvSpPr/>
          <p:nvPr/>
        </p:nvSpPr>
        <p:spPr>
          <a:xfrm flipH="1">
            <a:off x="9727560" y="6378480"/>
            <a:ext cx="578160" cy="4795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3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4394160" y="2095560"/>
            <a:ext cx="3420720" cy="341892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60000" y="0"/>
                </a:moveTo>
                <a:cubicBezTo>
                  <a:pt x="26933" y="0"/>
                  <a:pt x="0" y="26896"/>
                  <a:pt x="0" y="60000"/>
                </a:cubicBezTo>
                <a:cubicBezTo>
                  <a:pt x="0" y="93036"/>
                  <a:pt x="26933" y="120000"/>
                  <a:pt x="60000" y="120000"/>
                </a:cubicBezTo>
                <a:cubicBezTo>
                  <a:pt x="93066" y="120000"/>
                  <a:pt x="120000" y="93036"/>
                  <a:pt x="120000" y="60000"/>
                </a:cubicBezTo>
                <a:cubicBezTo>
                  <a:pt x="120000" y="26896"/>
                  <a:pt x="93066" y="0"/>
                  <a:pt x="60000" y="0"/>
                </a:cubicBezTo>
                <a:close/>
                <a:moveTo>
                  <a:pt x="95666" y="39176"/>
                </a:moveTo>
                <a:cubicBezTo>
                  <a:pt x="95266" y="38976"/>
                  <a:pt x="95466" y="38375"/>
                  <a:pt x="95466" y="38375"/>
                </a:cubicBezTo>
                <a:cubicBezTo>
                  <a:pt x="95466" y="38375"/>
                  <a:pt x="95866" y="38175"/>
                  <a:pt x="95666" y="38175"/>
                </a:cubicBezTo>
                <a:cubicBezTo>
                  <a:pt x="95666" y="38175"/>
                  <a:pt x="95066" y="38175"/>
                  <a:pt x="94866" y="38042"/>
                </a:cubicBezTo>
                <a:cubicBezTo>
                  <a:pt x="94666" y="37842"/>
                  <a:pt x="94666" y="37842"/>
                  <a:pt x="94466" y="37842"/>
                </a:cubicBezTo>
                <a:cubicBezTo>
                  <a:pt x="94266" y="38042"/>
                  <a:pt x="93533" y="38175"/>
                  <a:pt x="93333" y="38042"/>
                </a:cubicBezTo>
                <a:cubicBezTo>
                  <a:pt x="93133" y="38042"/>
                  <a:pt x="92333" y="38175"/>
                  <a:pt x="92133" y="38175"/>
                </a:cubicBezTo>
                <a:cubicBezTo>
                  <a:pt x="92000" y="38175"/>
                  <a:pt x="92133" y="38175"/>
                  <a:pt x="92000" y="38175"/>
                </a:cubicBezTo>
                <a:cubicBezTo>
                  <a:pt x="91800" y="38175"/>
                  <a:pt x="91000" y="38375"/>
                  <a:pt x="91000" y="38576"/>
                </a:cubicBezTo>
                <a:cubicBezTo>
                  <a:pt x="91000" y="38776"/>
                  <a:pt x="90200" y="38576"/>
                  <a:pt x="90200" y="38576"/>
                </a:cubicBezTo>
                <a:cubicBezTo>
                  <a:pt x="90066" y="38576"/>
                  <a:pt x="88866" y="38576"/>
                  <a:pt x="88866" y="38576"/>
                </a:cubicBezTo>
                <a:cubicBezTo>
                  <a:pt x="87133" y="38976"/>
                  <a:pt x="87133" y="38976"/>
                  <a:pt x="87133" y="38976"/>
                </a:cubicBezTo>
                <a:cubicBezTo>
                  <a:pt x="87133" y="38976"/>
                  <a:pt x="86000" y="39577"/>
                  <a:pt x="86000" y="39777"/>
                </a:cubicBezTo>
                <a:cubicBezTo>
                  <a:pt x="86000" y="39911"/>
                  <a:pt x="85600" y="40111"/>
                  <a:pt x="85400" y="40311"/>
                </a:cubicBezTo>
                <a:cubicBezTo>
                  <a:pt x="85400" y="40311"/>
                  <a:pt x="84600" y="40311"/>
                  <a:pt x="84600" y="40111"/>
                </a:cubicBezTo>
                <a:cubicBezTo>
                  <a:pt x="83466" y="40111"/>
                  <a:pt x="83466" y="40111"/>
                  <a:pt x="83466" y="40111"/>
                </a:cubicBezTo>
                <a:cubicBezTo>
                  <a:pt x="83466" y="40111"/>
                  <a:pt x="82866" y="39911"/>
                  <a:pt x="82666" y="40111"/>
                </a:cubicBezTo>
                <a:cubicBezTo>
                  <a:pt x="82666" y="39577"/>
                  <a:pt x="82666" y="39577"/>
                  <a:pt x="82666" y="39577"/>
                </a:cubicBezTo>
                <a:cubicBezTo>
                  <a:pt x="82866" y="39176"/>
                  <a:pt x="82866" y="39176"/>
                  <a:pt x="82866" y="39176"/>
                </a:cubicBezTo>
                <a:cubicBezTo>
                  <a:pt x="83466" y="38576"/>
                  <a:pt x="83466" y="38576"/>
                  <a:pt x="83466" y="38576"/>
                </a:cubicBezTo>
                <a:cubicBezTo>
                  <a:pt x="85000" y="38375"/>
                  <a:pt x="85000" y="38375"/>
                  <a:pt x="85000" y="38375"/>
                </a:cubicBezTo>
                <a:cubicBezTo>
                  <a:pt x="85800" y="37842"/>
                  <a:pt x="85800" y="37842"/>
                  <a:pt x="85800" y="37842"/>
                </a:cubicBezTo>
                <a:cubicBezTo>
                  <a:pt x="86333" y="37641"/>
                  <a:pt x="86333" y="37641"/>
                  <a:pt x="86333" y="37641"/>
                </a:cubicBezTo>
                <a:cubicBezTo>
                  <a:pt x="86533" y="36840"/>
                  <a:pt x="86533" y="36840"/>
                  <a:pt x="86533" y="36840"/>
                </a:cubicBezTo>
                <a:cubicBezTo>
                  <a:pt x="86533" y="36840"/>
                  <a:pt x="87133" y="36840"/>
                  <a:pt x="87133" y="36640"/>
                </a:cubicBezTo>
                <a:cubicBezTo>
                  <a:pt x="86933" y="36040"/>
                  <a:pt x="86933" y="36040"/>
                  <a:pt x="86933" y="36040"/>
                </a:cubicBezTo>
                <a:cubicBezTo>
                  <a:pt x="88133" y="34304"/>
                  <a:pt x="88133" y="34304"/>
                  <a:pt x="88133" y="34304"/>
                </a:cubicBezTo>
                <a:cubicBezTo>
                  <a:pt x="89666" y="33570"/>
                  <a:pt x="89666" y="33570"/>
                  <a:pt x="89666" y="33570"/>
                </a:cubicBezTo>
                <a:cubicBezTo>
                  <a:pt x="89866" y="33170"/>
                  <a:pt x="89866" y="33170"/>
                  <a:pt x="89866" y="33170"/>
                </a:cubicBezTo>
                <a:cubicBezTo>
                  <a:pt x="89866" y="33170"/>
                  <a:pt x="89666" y="32369"/>
                  <a:pt x="89866" y="32369"/>
                </a:cubicBezTo>
                <a:cubicBezTo>
                  <a:pt x="89866" y="32235"/>
                  <a:pt x="90800" y="32035"/>
                  <a:pt x="90800" y="32035"/>
                </a:cubicBezTo>
                <a:cubicBezTo>
                  <a:pt x="92133" y="32369"/>
                  <a:pt x="92133" y="32369"/>
                  <a:pt x="92133" y="32369"/>
                </a:cubicBezTo>
                <a:cubicBezTo>
                  <a:pt x="92133" y="32369"/>
                  <a:pt x="92733" y="32035"/>
                  <a:pt x="92933" y="31835"/>
                </a:cubicBezTo>
                <a:cubicBezTo>
                  <a:pt x="93133" y="31835"/>
                  <a:pt x="93866" y="31434"/>
                  <a:pt x="93866" y="31434"/>
                </a:cubicBezTo>
                <a:cubicBezTo>
                  <a:pt x="93866" y="31434"/>
                  <a:pt x="93866" y="31034"/>
                  <a:pt x="94066" y="31034"/>
                </a:cubicBezTo>
                <a:cubicBezTo>
                  <a:pt x="94266" y="31034"/>
                  <a:pt x="94866" y="31034"/>
                  <a:pt x="94866" y="31234"/>
                </a:cubicBezTo>
                <a:cubicBezTo>
                  <a:pt x="95066" y="31635"/>
                  <a:pt x="95666" y="32569"/>
                  <a:pt x="95666" y="32569"/>
                </a:cubicBezTo>
                <a:cubicBezTo>
                  <a:pt x="96400" y="33370"/>
                  <a:pt x="96400" y="33370"/>
                  <a:pt x="96400" y="33370"/>
                </a:cubicBezTo>
                <a:cubicBezTo>
                  <a:pt x="97200" y="33971"/>
                  <a:pt x="97200" y="33971"/>
                  <a:pt x="97200" y="33971"/>
                </a:cubicBezTo>
                <a:cubicBezTo>
                  <a:pt x="98133" y="34304"/>
                  <a:pt x="98133" y="34304"/>
                  <a:pt x="98133" y="34304"/>
                </a:cubicBezTo>
                <a:cubicBezTo>
                  <a:pt x="98133" y="34304"/>
                  <a:pt x="98733" y="34905"/>
                  <a:pt x="98933" y="34905"/>
                </a:cubicBezTo>
                <a:cubicBezTo>
                  <a:pt x="99133" y="34905"/>
                  <a:pt x="99666" y="35706"/>
                  <a:pt x="99666" y="35706"/>
                </a:cubicBezTo>
                <a:cubicBezTo>
                  <a:pt x="99866" y="36040"/>
                  <a:pt x="99866" y="36040"/>
                  <a:pt x="99866" y="36040"/>
                </a:cubicBezTo>
                <a:cubicBezTo>
                  <a:pt x="99866" y="36040"/>
                  <a:pt x="99666" y="36440"/>
                  <a:pt x="99533" y="36640"/>
                </a:cubicBezTo>
                <a:cubicBezTo>
                  <a:pt x="99533" y="36840"/>
                  <a:pt x="98933" y="37441"/>
                  <a:pt x="98933" y="37441"/>
                </a:cubicBezTo>
                <a:cubicBezTo>
                  <a:pt x="98733" y="37441"/>
                  <a:pt x="97933" y="37241"/>
                  <a:pt x="97933" y="37241"/>
                </a:cubicBezTo>
                <a:cubicBezTo>
                  <a:pt x="97000" y="37241"/>
                  <a:pt x="97000" y="37241"/>
                  <a:pt x="97000" y="37241"/>
                </a:cubicBezTo>
                <a:cubicBezTo>
                  <a:pt x="97000" y="37241"/>
                  <a:pt x="96800" y="37441"/>
                  <a:pt x="97000" y="37641"/>
                </a:cubicBezTo>
                <a:cubicBezTo>
                  <a:pt x="97400" y="37842"/>
                  <a:pt x="97600" y="37842"/>
                  <a:pt x="97933" y="38042"/>
                </a:cubicBezTo>
                <a:cubicBezTo>
                  <a:pt x="98133" y="38175"/>
                  <a:pt x="98733" y="38375"/>
                  <a:pt x="98733" y="38375"/>
                </a:cubicBezTo>
                <a:cubicBezTo>
                  <a:pt x="99333" y="38576"/>
                  <a:pt x="99333" y="38576"/>
                  <a:pt x="99333" y="38576"/>
                </a:cubicBezTo>
                <a:cubicBezTo>
                  <a:pt x="99333" y="38776"/>
                  <a:pt x="99533" y="38375"/>
                  <a:pt x="99333" y="38042"/>
                </a:cubicBezTo>
                <a:cubicBezTo>
                  <a:pt x="99333" y="37842"/>
                  <a:pt x="99333" y="37441"/>
                  <a:pt x="99533" y="37441"/>
                </a:cubicBezTo>
                <a:cubicBezTo>
                  <a:pt x="99866" y="37441"/>
                  <a:pt x="100266" y="37441"/>
                  <a:pt x="100266" y="37241"/>
                </a:cubicBezTo>
                <a:cubicBezTo>
                  <a:pt x="100266" y="37041"/>
                  <a:pt x="100266" y="37041"/>
                  <a:pt x="100266" y="37041"/>
                </a:cubicBezTo>
                <a:cubicBezTo>
                  <a:pt x="100666" y="36640"/>
                  <a:pt x="100666" y="36640"/>
                  <a:pt x="100666" y="36640"/>
                </a:cubicBezTo>
                <a:cubicBezTo>
                  <a:pt x="100666" y="36440"/>
                  <a:pt x="100666" y="36440"/>
                  <a:pt x="100666" y="36440"/>
                </a:cubicBezTo>
                <a:cubicBezTo>
                  <a:pt x="101066" y="36040"/>
                  <a:pt x="101066" y="36040"/>
                  <a:pt x="101066" y="36040"/>
                </a:cubicBezTo>
                <a:cubicBezTo>
                  <a:pt x="101066" y="36040"/>
                  <a:pt x="100866" y="35906"/>
                  <a:pt x="100666" y="35706"/>
                </a:cubicBezTo>
                <a:cubicBezTo>
                  <a:pt x="100466" y="35506"/>
                  <a:pt x="100266" y="35506"/>
                  <a:pt x="100466" y="35305"/>
                </a:cubicBezTo>
                <a:cubicBezTo>
                  <a:pt x="100466" y="35105"/>
                  <a:pt x="100866" y="34705"/>
                  <a:pt x="101066" y="34905"/>
                </a:cubicBezTo>
                <a:cubicBezTo>
                  <a:pt x="101266" y="35105"/>
                  <a:pt x="101800" y="35105"/>
                  <a:pt x="101800" y="35305"/>
                </a:cubicBezTo>
                <a:cubicBezTo>
                  <a:pt x="101800" y="35506"/>
                  <a:pt x="101800" y="35706"/>
                  <a:pt x="101800" y="35706"/>
                </a:cubicBezTo>
                <a:cubicBezTo>
                  <a:pt x="102000" y="35506"/>
                  <a:pt x="102000" y="34905"/>
                  <a:pt x="102000" y="34905"/>
                </a:cubicBezTo>
                <a:cubicBezTo>
                  <a:pt x="102000" y="34905"/>
                  <a:pt x="101600" y="34505"/>
                  <a:pt x="101466" y="34505"/>
                </a:cubicBezTo>
                <a:cubicBezTo>
                  <a:pt x="101066" y="34304"/>
                  <a:pt x="100466" y="34171"/>
                  <a:pt x="100266" y="33971"/>
                </a:cubicBezTo>
                <a:cubicBezTo>
                  <a:pt x="100066" y="33971"/>
                  <a:pt x="99666" y="33770"/>
                  <a:pt x="99666" y="33770"/>
                </a:cubicBezTo>
                <a:cubicBezTo>
                  <a:pt x="99666" y="33770"/>
                  <a:pt x="99866" y="33370"/>
                  <a:pt x="99666" y="33370"/>
                </a:cubicBezTo>
                <a:cubicBezTo>
                  <a:pt x="99533" y="33370"/>
                  <a:pt x="98733" y="33370"/>
                  <a:pt x="98733" y="33170"/>
                </a:cubicBezTo>
                <a:cubicBezTo>
                  <a:pt x="98733" y="32969"/>
                  <a:pt x="98133" y="32569"/>
                  <a:pt x="98133" y="32369"/>
                </a:cubicBezTo>
                <a:cubicBezTo>
                  <a:pt x="97933" y="32369"/>
                  <a:pt x="97400" y="31434"/>
                  <a:pt x="97400" y="31434"/>
                </a:cubicBezTo>
                <a:cubicBezTo>
                  <a:pt x="97400" y="31434"/>
                  <a:pt x="97200" y="31234"/>
                  <a:pt x="97000" y="31034"/>
                </a:cubicBezTo>
                <a:cubicBezTo>
                  <a:pt x="97000" y="30834"/>
                  <a:pt x="97000" y="30634"/>
                  <a:pt x="97000" y="30433"/>
                </a:cubicBezTo>
                <a:cubicBezTo>
                  <a:pt x="96800" y="30166"/>
                  <a:pt x="97466" y="29699"/>
                  <a:pt x="97600" y="29566"/>
                </a:cubicBezTo>
                <a:cubicBezTo>
                  <a:pt x="97600" y="29499"/>
                  <a:pt x="97600" y="29499"/>
                  <a:pt x="97600" y="29499"/>
                </a:cubicBezTo>
                <a:cubicBezTo>
                  <a:pt x="97600" y="29499"/>
                  <a:pt x="97600" y="29499"/>
                  <a:pt x="97600" y="29566"/>
                </a:cubicBezTo>
                <a:cubicBezTo>
                  <a:pt x="97600" y="29699"/>
                  <a:pt x="97800" y="29699"/>
                  <a:pt x="97933" y="30100"/>
                </a:cubicBezTo>
                <a:cubicBezTo>
                  <a:pt x="98133" y="30433"/>
                  <a:pt x="98733" y="31034"/>
                  <a:pt x="98733" y="31234"/>
                </a:cubicBezTo>
                <a:cubicBezTo>
                  <a:pt x="98933" y="31434"/>
                  <a:pt x="99666" y="32035"/>
                  <a:pt x="99866" y="32235"/>
                </a:cubicBezTo>
                <a:cubicBezTo>
                  <a:pt x="100066" y="32235"/>
                  <a:pt x="100066" y="32369"/>
                  <a:pt x="100466" y="32569"/>
                </a:cubicBezTo>
                <a:cubicBezTo>
                  <a:pt x="100866" y="32769"/>
                  <a:pt x="100866" y="32769"/>
                  <a:pt x="101466" y="32969"/>
                </a:cubicBezTo>
                <a:cubicBezTo>
                  <a:pt x="101800" y="33370"/>
                  <a:pt x="101800" y="33370"/>
                  <a:pt x="102000" y="33570"/>
                </a:cubicBezTo>
                <a:cubicBezTo>
                  <a:pt x="102000" y="33570"/>
                  <a:pt x="102400" y="33570"/>
                  <a:pt x="102400" y="33770"/>
                </a:cubicBezTo>
                <a:cubicBezTo>
                  <a:pt x="102600" y="33971"/>
                  <a:pt x="102800" y="33971"/>
                  <a:pt x="102800" y="34171"/>
                </a:cubicBezTo>
                <a:cubicBezTo>
                  <a:pt x="102800" y="34304"/>
                  <a:pt x="102800" y="34304"/>
                  <a:pt x="102800" y="34705"/>
                </a:cubicBezTo>
                <a:cubicBezTo>
                  <a:pt x="102800" y="35105"/>
                  <a:pt x="102600" y="35105"/>
                  <a:pt x="102600" y="35305"/>
                </a:cubicBezTo>
                <a:cubicBezTo>
                  <a:pt x="102800" y="35305"/>
                  <a:pt x="103400" y="36640"/>
                  <a:pt x="103533" y="36640"/>
                </a:cubicBezTo>
                <a:cubicBezTo>
                  <a:pt x="103933" y="36640"/>
                  <a:pt x="104733" y="37041"/>
                  <a:pt x="104533" y="37441"/>
                </a:cubicBezTo>
                <a:cubicBezTo>
                  <a:pt x="104533" y="37842"/>
                  <a:pt x="105133" y="38576"/>
                  <a:pt x="105133" y="38576"/>
                </a:cubicBezTo>
                <a:cubicBezTo>
                  <a:pt x="105133" y="38576"/>
                  <a:pt x="105466" y="38576"/>
                  <a:pt x="105866" y="38576"/>
                </a:cubicBezTo>
                <a:cubicBezTo>
                  <a:pt x="105866" y="38375"/>
                  <a:pt x="105866" y="37842"/>
                  <a:pt x="106066" y="37842"/>
                </a:cubicBezTo>
                <a:cubicBezTo>
                  <a:pt x="106466" y="37641"/>
                  <a:pt x="106866" y="37441"/>
                  <a:pt x="106866" y="37241"/>
                </a:cubicBezTo>
                <a:cubicBezTo>
                  <a:pt x="106866" y="37041"/>
                  <a:pt x="106666" y="36640"/>
                  <a:pt x="106466" y="36440"/>
                </a:cubicBezTo>
                <a:cubicBezTo>
                  <a:pt x="106066" y="36240"/>
                  <a:pt x="105866" y="36040"/>
                  <a:pt x="105666" y="35706"/>
                </a:cubicBezTo>
                <a:cubicBezTo>
                  <a:pt x="105666" y="35305"/>
                  <a:pt x="105466" y="34905"/>
                  <a:pt x="105866" y="35105"/>
                </a:cubicBezTo>
                <a:cubicBezTo>
                  <a:pt x="106266" y="35105"/>
                  <a:pt x="106466" y="35906"/>
                  <a:pt x="106666" y="35506"/>
                </a:cubicBezTo>
                <a:cubicBezTo>
                  <a:pt x="106866" y="34905"/>
                  <a:pt x="107200" y="34505"/>
                  <a:pt x="107400" y="34705"/>
                </a:cubicBezTo>
                <a:cubicBezTo>
                  <a:pt x="107600" y="34705"/>
                  <a:pt x="108200" y="34905"/>
                  <a:pt x="108200" y="35105"/>
                </a:cubicBezTo>
                <a:cubicBezTo>
                  <a:pt x="108200" y="35305"/>
                  <a:pt x="108600" y="36440"/>
                  <a:pt x="108600" y="36440"/>
                </a:cubicBezTo>
                <a:cubicBezTo>
                  <a:pt x="108600" y="36440"/>
                  <a:pt x="108600" y="36640"/>
                  <a:pt x="108800" y="37241"/>
                </a:cubicBezTo>
                <a:cubicBezTo>
                  <a:pt x="108800" y="37641"/>
                  <a:pt x="109333" y="37842"/>
                  <a:pt x="109133" y="38042"/>
                </a:cubicBezTo>
                <a:cubicBezTo>
                  <a:pt x="109133" y="38175"/>
                  <a:pt x="109000" y="38375"/>
                  <a:pt x="109533" y="38375"/>
                </a:cubicBezTo>
                <a:cubicBezTo>
                  <a:pt x="110133" y="38576"/>
                  <a:pt x="110733" y="38576"/>
                  <a:pt x="110733" y="38776"/>
                </a:cubicBezTo>
                <a:cubicBezTo>
                  <a:pt x="110733" y="38976"/>
                  <a:pt x="111066" y="38976"/>
                  <a:pt x="111266" y="39176"/>
                </a:cubicBezTo>
                <a:cubicBezTo>
                  <a:pt x="111266" y="39176"/>
                  <a:pt x="111266" y="39176"/>
                  <a:pt x="111266" y="39176"/>
                </a:cubicBezTo>
                <a:cubicBezTo>
                  <a:pt x="111933" y="40711"/>
                  <a:pt x="112466" y="42246"/>
                  <a:pt x="112933" y="43848"/>
                </a:cubicBezTo>
                <a:cubicBezTo>
                  <a:pt x="112800" y="43848"/>
                  <a:pt x="112666" y="43781"/>
                  <a:pt x="112666" y="43781"/>
                </a:cubicBezTo>
                <a:cubicBezTo>
                  <a:pt x="112466" y="43781"/>
                  <a:pt x="111266" y="43781"/>
                  <a:pt x="111066" y="43982"/>
                </a:cubicBezTo>
                <a:cubicBezTo>
                  <a:pt x="110933" y="44382"/>
                  <a:pt x="109933" y="44182"/>
                  <a:pt x="109733" y="43982"/>
                </a:cubicBezTo>
                <a:cubicBezTo>
                  <a:pt x="109733" y="43982"/>
                  <a:pt x="107800" y="43248"/>
                  <a:pt x="107600" y="43248"/>
                </a:cubicBezTo>
                <a:cubicBezTo>
                  <a:pt x="107600" y="43248"/>
                  <a:pt x="106666" y="42847"/>
                  <a:pt x="106466" y="42647"/>
                </a:cubicBezTo>
                <a:cubicBezTo>
                  <a:pt x="106266" y="42447"/>
                  <a:pt x="105466" y="42447"/>
                  <a:pt x="105266" y="42246"/>
                </a:cubicBezTo>
                <a:cubicBezTo>
                  <a:pt x="105266" y="42246"/>
                  <a:pt x="105466" y="42046"/>
                  <a:pt x="105266" y="42046"/>
                </a:cubicBezTo>
                <a:cubicBezTo>
                  <a:pt x="105133" y="42046"/>
                  <a:pt x="104133" y="42447"/>
                  <a:pt x="103933" y="42647"/>
                </a:cubicBezTo>
                <a:cubicBezTo>
                  <a:pt x="103733" y="42647"/>
                  <a:pt x="103400" y="43047"/>
                  <a:pt x="103400" y="43047"/>
                </a:cubicBezTo>
                <a:cubicBezTo>
                  <a:pt x="103400" y="43047"/>
                  <a:pt x="103000" y="43448"/>
                  <a:pt x="103000" y="43781"/>
                </a:cubicBezTo>
                <a:cubicBezTo>
                  <a:pt x="103000" y="44182"/>
                  <a:pt x="103533" y="44382"/>
                  <a:pt x="103400" y="44582"/>
                </a:cubicBezTo>
                <a:cubicBezTo>
                  <a:pt x="103200" y="44783"/>
                  <a:pt x="102600" y="44983"/>
                  <a:pt x="102600" y="44983"/>
                </a:cubicBezTo>
                <a:cubicBezTo>
                  <a:pt x="102600" y="44983"/>
                  <a:pt x="102000" y="44382"/>
                  <a:pt x="101800" y="44382"/>
                </a:cubicBezTo>
                <a:cubicBezTo>
                  <a:pt x="101600" y="44382"/>
                  <a:pt x="99866" y="43982"/>
                  <a:pt x="99866" y="43982"/>
                </a:cubicBezTo>
                <a:cubicBezTo>
                  <a:pt x="99333" y="43248"/>
                  <a:pt x="99333" y="43248"/>
                  <a:pt x="99333" y="43248"/>
                </a:cubicBezTo>
                <a:cubicBezTo>
                  <a:pt x="99333" y="43248"/>
                  <a:pt x="98133" y="42447"/>
                  <a:pt x="97933" y="42447"/>
                </a:cubicBezTo>
                <a:cubicBezTo>
                  <a:pt x="97933" y="42447"/>
                  <a:pt x="96600" y="42447"/>
                  <a:pt x="96600" y="42246"/>
                </a:cubicBezTo>
                <a:cubicBezTo>
                  <a:pt x="96400" y="42046"/>
                  <a:pt x="95666" y="41312"/>
                  <a:pt x="95466" y="41512"/>
                </a:cubicBezTo>
                <a:cubicBezTo>
                  <a:pt x="95066" y="41512"/>
                  <a:pt x="95266" y="40912"/>
                  <a:pt x="95466" y="40912"/>
                </a:cubicBezTo>
                <a:cubicBezTo>
                  <a:pt x="95466" y="40711"/>
                  <a:pt x="95866" y="40111"/>
                  <a:pt x="95866" y="40111"/>
                </a:cubicBezTo>
                <a:cubicBezTo>
                  <a:pt x="95866" y="39911"/>
                  <a:pt x="96000" y="39377"/>
                  <a:pt x="95666" y="39176"/>
                </a:cubicBezTo>
                <a:close/>
                <a:moveTo>
                  <a:pt x="98133" y="20622"/>
                </a:moveTo>
                <a:cubicBezTo>
                  <a:pt x="98333" y="20756"/>
                  <a:pt x="98533" y="20756"/>
                  <a:pt x="98733" y="20956"/>
                </a:cubicBezTo>
                <a:cubicBezTo>
                  <a:pt x="98733" y="20956"/>
                  <a:pt x="98733" y="21156"/>
                  <a:pt x="98933" y="21156"/>
                </a:cubicBezTo>
                <a:cubicBezTo>
                  <a:pt x="98933" y="20956"/>
                  <a:pt x="98933" y="20756"/>
                  <a:pt x="98933" y="20756"/>
                </a:cubicBezTo>
                <a:cubicBezTo>
                  <a:pt x="98933" y="20756"/>
                  <a:pt x="98733" y="20622"/>
                  <a:pt x="98533" y="20622"/>
                </a:cubicBezTo>
                <a:cubicBezTo>
                  <a:pt x="98400" y="20422"/>
                  <a:pt x="98333" y="20222"/>
                  <a:pt x="98466" y="20222"/>
                </a:cubicBezTo>
                <a:cubicBezTo>
                  <a:pt x="98866" y="20622"/>
                  <a:pt x="99266" y="21023"/>
                  <a:pt x="99666" y="21423"/>
                </a:cubicBezTo>
                <a:cubicBezTo>
                  <a:pt x="99600" y="21423"/>
                  <a:pt x="99533" y="21490"/>
                  <a:pt x="99533" y="21557"/>
                </a:cubicBezTo>
                <a:cubicBezTo>
                  <a:pt x="99533" y="21557"/>
                  <a:pt x="99133" y="21557"/>
                  <a:pt x="98933" y="21557"/>
                </a:cubicBezTo>
                <a:cubicBezTo>
                  <a:pt x="98733" y="21757"/>
                  <a:pt x="98333" y="22157"/>
                  <a:pt x="98133" y="21957"/>
                </a:cubicBezTo>
                <a:cubicBezTo>
                  <a:pt x="98133" y="21757"/>
                  <a:pt x="97933" y="21957"/>
                  <a:pt x="97933" y="21757"/>
                </a:cubicBezTo>
                <a:cubicBezTo>
                  <a:pt x="97733" y="21357"/>
                  <a:pt x="97733" y="21156"/>
                  <a:pt x="97600" y="21156"/>
                </a:cubicBezTo>
                <a:cubicBezTo>
                  <a:pt x="97400" y="21156"/>
                  <a:pt x="97000" y="21357"/>
                  <a:pt x="97000" y="21557"/>
                </a:cubicBezTo>
                <a:cubicBezTo>
                  <a:pt x="97000" y="21557"/>
                  <a:pt x="97000" y="21557"/>
                  <a:pt x="96800" y="21757"/>
                </a:cubicBezTo>
                <a:cubicBezTo>
                  <a:pt x="96600" y="21757"/>
                  <a:pt x="96000" y="21757"/>
                  <a:pt x="96000" y="21757"/>
                </a:cubicBezTo>
                <a:cubicBezTo>
                  <a:pt x="96800" y="21156"/>
                  <a:pt x="96800" y="21156"/>
                  <a:pt x="96800" y="21156"/>
                </a:cubicBezTo>
                <a:cubicBezTo>
                  <a:pt x="97000" y="20422"/>
                  <a:pt x="97000" y="20422"/>
                  <a:pt x="97000" y="20422"/>
                </a:cubicBezTo>
                <a:cubicBezTo>
                  <a:pt x="97733" y="20622"/>
                  <a:pt x="97733" y="20622"/>
                  <a:pt x="97733" y="20622"/>
                </a:cubicBezTo>
                <a:cubicBezTo>
                  <a:pt x="97733" y="20756"/>
                  <a:pt x="97933" y="20422"/>
                  <a:pt x="98133" y="20622"/>
                </a:cubicBezTo>
                <a:close/>
                <a:moveTo>
                  <a:pt x="4600" y="60000"/>
                </a:moveTo>
                <a:cubicBezTo>
                  <a:pt x="4600" y="59666"/>
                  <a:pt x="4666" y="59332"/>
                  <a:pt x="4666" y="58998"/>
                </a:cubicBezTo>
                <a:cubicBezTo>
                  <a:pt x="5000" y="58932"/>
                  <a:pt x="5066" y="58932"/>
                  <a:pt x="5066" y="58932"/>
                </a:cubicBezTo>
                <a:cubicBezTo>
                  <a:pt x="5800" y="59332"/>
                  <a:pt x="5800" y="59332"/>
                  <a:pt x="5800" y="59332"/>
                </a:cubicBezTo>
                <a:cubicBezTo>
                  <a:pt x="7333" y="61067"/>
                  <a:pt x="7333" y="61067"/>
                  <a:pt x="7333" y="61067"/>
                </a:cubicBezTo>
                <a:cubicBezTo>
                  <a:pt x="8733" y="61401"/>
                  <a:pt x="8733" y="61401"/>
                  <a:pt x="8733" y="61401"/>
                </a:cubicBezTo>
                <a:cubicBezTo>
                  <a:pt x="10266" y="61802"/>
                  <a:pt x="10266" y="61802"/>
                  <a:pt x="10266" y="61802"/>
                </a:cubicBezTo>
                <a:cubicBezTo>
                  <a:pt x="11000" y="61802"/>
                  <a:pt x="11000" y="61802"/>
                  <a:pt x="11000" y="61802"/>
                </a:cubicBezTo>
                <a:cubicBezTo>
                  <a:pt x="11200" y="62803"/>
                  <a:pt x="11200" y="62803"/>
                  <a:pt x="11200" y="62803"/>
                </a:cubicBezTo>
                <a:cubicBezTo>
                  <a:pt x="11200" y="62803"/>
                  <a:pt x="11800" y="63537"/>
                  <a:pt x="12000" y="63737"/>
                </a:cubicBezTo>
                <a:cubicBezTo>
                  <a:pt x="12200" y="63737"/>
                  <a:pt x="12000" y="64738"/>
                  <a:pt x="12000" y="64738"/>
                </a:cubicBezTo>
                <a:cubicBezTo>
                  <a:pt x="12600" y="65072"/>
                  <a:pt x="12600" y="65072"/>
                  <a:pt x="12600" y="65072"/>
                </a:cubicBezTo>
                <a:cubicBezTo>
                  <a:pt x="13333" y="65873"/>
                  <a:pt x="13333" y="65873"/>
                  <a:pt x="13333" y="65873"/>
                </a:cubicBezTo>
                <a:cubicBezTo>
                  <a:pt x="13933" y="66273"/>
                  <a:pt x="13933" y="66273"/>
                  <a:pt x="13933" y="66273"/>
                </a:cubicBezTo>
                <a:cubicBezTo>
                  <a:pt x="14333" y="67007"/>
                  <a:pt x="14333" y="67007"/>
                  <a:pt x="14333" y="67007"/>
                </a:cubicBezTo>
                <a:cubicBezTo>
                  <a:pt x="14666" y="66674"/>
                  <a:pt x="14666" y="66674"/>
                  <a:pt x="14666" y="66674"/>
                </a:cubicBezTo>
                <a:cubicBezTo>
                  <a:pt x="15466" y="66874"/>
                  <a:pt x="15466" y="66874"/>
                  <a:pt x="15466" y="66874"/>
                </a:cubicBezTo>
                <a:cubicBezTo>
                  <a:pt x="16400" y="67808"/>
                  <a:pt x="16400" y="67808"/>
                  <a:pt x="16400" y="67808"/>
                </a:cubicBezTo>
                <a:cubicBezTo>
                  <a:pt x="17000" y="67408"/>
                  <a:pt x="17000" y="67408"/>
                  <a:pt x="17000" y="67408"/>
                </a:cubicBezTo>
                <a:cubicBezTo>
                  <a:pt x="16800" y="66674"/>
                  <a:pt x="16800" y="66674"/>
                  <a:pt x="16800" y="66674"/>
                </a:cubicBezTo>
                <a:cubicBezTo>
                  <a:pt x="17400" y="66073"/>
                  <a:pt x="17400" y="66073"/>
                  <a:pt x="17400" y="66073"/>
                </a:cubicBezTo>
                <a:cubicBezTo>
                  <a:pt x="18000" y="66073"/>
                  <a:pt x="18000" y="66073"/>
                  <a:pt x="18000" y="66073"/>
                </a:cubicBezTo>
                <a:cubicBezTo>
                  <a:pt x="18333" y="66674"/>
                  <a:pt x="18333" y="66674"/>
                  <a:pt x="18333" y="66674"/>
                </a:cubicBezTo>
                <a:cubicBezTo>
                  <a:pt x="18333" y="67007"/>
                  <a:pt x="18333" y="67007"/>
                  <a:pt x="18333" y="67007"/>
                </a:cubicBezTo>
                <a:cubicBezTo>
                  <a:pt x="19133" y="68209"/>
                  <a:pt x="19133" y="68209"/>
                  <a:pt x="19133" y="68209"/>
                </a:cubicBezTo>
                <a:cubicBezTo>
                  <a:pt x="19133" y="71078"/>
                  <a:pt x="19133" y="71078"/>
                  <a:pt x="19133" y="71078"/>
                </a:cubicBezTo>
                <a:cubicBezTo>
                  <a:pt x="18533" y="72080"/>
                  <a:pt x="18533" y="72080"/>
                  <a:pt x="18533" y="72080"/>
                </a:cubicBezTo>
                <a:cubicBezTo>
                  <a:pt x="17800" y="72680"/>
                  <a:pt x="17800" y="72680"/>
                  <a:pt x="17800" y="72680"/>
                </a:cubicBezTo>
                <a:cubicBezTo>
                  <a:pt x="17600" y="73615"/>
                  <a:pt x="17600" y="73615"/>
                  <a:pt x="17600" y="73615"/>
                </a:cubicBezTo>
                <a:cubicBezTo>
                  <a:pt x="16800" y="74015"/>
                  <a:pt x="16800" y="74015"/>
                  <a:pt x="16800" y="74015"/>
                </a:cubicBezTo>
                <a:cubicBezTo>
                  <a:pt x="16400" y="75150"/>
                  <a:pt x="16400" y="75150"/>
                  <a:pt x="16400" y="75150"/>
                </a:cubicBezTo>
                <a:cubicBezTo>
                  <a:pt x="16066" y="76151"/>
                  <a:pt x="16066" y="76151"/>
                  <a:pt x="16066" y="76151"/>
                </a:cubicBezTo>
                <a:cubicBezTo>
                  <a:pt x="16066" y="77085"/>
                  <a:pt x="16066" y="77085"/>
                  <a:pt x="16066" y="77085"/>
                </a:cubicBezTo>
                <a:cubicBezTo>
                  <a:pt x="16800" y="77686"/>
                  <a:pt x="16800" y="77686"/>
                  <a:pt x="16800" y="77686"/>
                </a:cubicBezTo>
                <a:cubicBezTo>
                  <a:pt x="16266" y="78487"/>
                  <a:pt x="16266" y="78487"/>
                  <a:pt x="16266" y="78487"/>
                </a:cubicBezTo>
                <a:cubicBezTo>
                  <a:pt x="15666" y="79221"/>
                  <a:pt x="15666" y="79221"/>
                  <a:pt x="15666" y="79221"/>
                </a:cubicBezTo>
                <a:cubicBezTo>
                  <a:pt x="16066" y="80622"/>
                  <a:pt x="16066" y="80622"/>
                  <a:pt x="16066" y="80622"/>
                </a:cubicBezTo>
                <a:cubicBezTo>
                  <a:pt x="16066" y="80622"/>
                  <a:pt x="16266" y="81357"/>
                  <a:pt x="16266" y="81156"/>
                </a:cubicBezTo>
                <a:cubicBezTo>
                  <a:pt x="17000" y="81757"/>
                  <a:pt x="17000" y="81757"/>
                  <a:pt x="17000" y="81757"/>
                </a:cubicBezTo>
                <a:cubicBezTo>
                  <a:pt x="18333" y="84293"/>
                  <a:pt x="18333" y="84293"/>
                  <a:pt x="18333" y="84293"/>
                </a:cubicBezTo>
                <a:cubicBezTo>
                  <a:pt x="19533" y="86229"/>
                  <a:pt x="19533" y="86229"/>
                  <a:pt x="19533" y="86229"/>
                </a:cubicBezTo>
                <a:cubicBezTo>
                  <a:pt x="21466" y="89899"/>
                  <a:pt x="21466" y="89899"/>
                  <a:pt x="21466" y="89899"/>
                </a:cubicBezTo>
                <a:cubicBezTo>
                  <a:pt x="22066" y="90233"/>
                  <a:pt x="26066" y="93170"/>
                  <a:pt x="26066" y="93170"/>
                </a:cubicBezTo>
                <a:cubicBezTo>
                  <a:pt x="26866" y="96840"/>
                  <a:pt x="26866" y="96840"/>
                  <a:pt x="26866" y="96840"/>
                </a:cubicBezTo>
                <a:cubicBezTo>
                  <a:pt x="27066" y="104382"/>
                  <a:pt x="27066" y="104382"/>
                  <a:pt x="27066" y="104382"/>
                </a:cubicBezTo>
                <a:cubicBezTo>
                  <a:pt x="27066" y="104449"/>
                  <a:pt x="27066" y="104449"/>
                  <a:pt x="27066" y="104449"/>
                </a:cubicBezTo>
                <a:cubicBezTo>
                  <a:pt x="13466" y="94371"/>
                  <a:pt x="4600" y="78220"/>
                  <a:pt x="4600" y="60000"/>
                </a:cubicBezTo>
                <a:close/>
                <a:moveTo>
                  <a:pt x="60000" y="115328"/>
                </a:moveTo>
                <a:cubicBezTo>
                  <a:pt x="53133" y="115328"/>
                  <a:pt x="46600" y="114126"/>
                  <a:pt x="40600" y="111857"/>
                </a:cubicBezTo>
                <a:cubicBezTo>
                  <a:pt x="40600" y="111724"/>
                  <a:pt x="40600" y="111590"/>
                  <a:pt x="40600" y="111590"/>
                </a:cubicBezTo>
                <a:cubicBezTo>
                  <a:pt x="40600" y="111190"/>
                  <a:pt x="40600" y="110589"/>
                  <a:pt x="40600" y="110589"/>
                </a:cubicBezTo>
                <a:cubicBezTo>
                  <a:pt x="40600" y="110589"/>
                  <a:pt x="40600" y="110189"/>
                  <a:pt x="40200" y="110189"/>
                </a:cubicBezTo>
                <a:cubicBezTo>
                  <a:pt x="39800" y="109988"/>
                  <a:pt x="39800" y="109988"/>
                  <a:pt x="39600" y="109655"/>
                </a:cubicBezTo>
                <a:cubicBezTo>
                  <a:pt x="39600" y="109054"/>
                  <a:pt x="39200" y="108654"/>
                  <a:pt x="39200" y="108654"/>
                </a:cubicBezTo>
                <a:cubicBezTo>
                  <a:pt x="38866" y="108854"/>
                  <a:pt x="38866" y="108854"/>
                  <a:pt x="38866" y="108854"/>
                </a:cubicBezTo>
                <a:cubicBezTo>
                  <a:pt x="39200" y="108253"/>
                  <a:pt x="39200" y="108253"/>
                  <a:pt x="39200" y="108253"/>
                </a:cubicBezTo>
                <a:cubicBezTo>
                  <a:pt x="40200" y="109054"/>
                  <a:pt x="40200" y="109054"/>
                  <a:pt x="40200" y="109054"/>
                </a:cubicBezTo>
                <a:cubicBezTo>
                  <a:pt x="41733" y="109454"/>
                  <a:pt x="41733" y="109454"/>
                  <a:pt x="41733" y="109454"/>
                </a:cubicBezTo>
                <a:cubicBezTo>
                  <a:pt x="42933" y="108253"/>
                  <a:pt x="42933" y="108253"/>
                  <a:pt x="42933" y="108253"/>
                </a:cubicBezTo>
                <a:cubicBezTo>
                  <a:pt x="43666" y="106318"/>
                  <a:pt x="43666" y="106318"/>
                  <a:pt x="43666" y="106318"/>
                </a:cubicBezTo>
                <a:cubicBezTo>
                  <a:pt x="44066" y="104783"/>
                  <a:pt x="44066" y="104783"/>
                  <a:pt x="44066" y="104783"/>
                </a:cubicBezTo>
                <a:cubicBezTo>
                  <a:pt x="44800" y="104783"/>
                  <a:pt x="44800" y="104783"/>
                  <a:pt x="44800" y="104783"/>
                </a:cubicBezTo>
                <a:cubicBezTo>
                  <a:pt x="45600" y="103448"/>
                  <a:pt x="45600" y="103448"/>
                  <a:pt x="45600" y="103448"/>
                </a:cubicBezTo>
                <a:cubicBezTo>
                  <a:pt x="45800" y="102046"/>
                  <a:pt x="45800" y="102046"/>
                  <a:pt x="45800" y="102046"/>
                </a:cubicBezTo>
                <a:cubicBezTo>
                  <a:pt x="45600" y="100311"/>
                  <a:pt x="45600" y="100311"/>
                  <a:pt x="45600" y="100311"/>
                </a:cubicBezTo>
                <a:cubicBezTo>
                  <a:pt x="46000" y="99777"/>
                  <a:pt x="46000" y="99777"/>
                  <a:pt x="46000" y="99777"/>
                </a:cubicBezTo>
                <a:cubicBezTo>
                  <a:pt x="48533" y="98042"/>
                  <a:pt x="48533" y="98042"/>
                  <a:pt x="48533" y="98042"/>
                </a:cubicBezTo>
                <a:cubicBezTo>
                  <a:pt x="50400" y="97441"/>
                  <a:pt x="50400" y="97441"/>
                  <a:pt x="50400" y="97441"/>
                </a:cubicBezTo>
                <a:cubicBezTo>
                  <a:pt x="51000" y="96840"/>
                  <a:pt x="51000" y="96840"/>
                  <a:pt x="51000" y="96840"/>
                </a:cubicBezTo>
                <a:cubicBezTo>
                  <a:pt x="52200" y="95506"/>
                  <a:pt x="52200" y="95506"/>
                  <a:pt x="52200" y="95506"/>
                </a:cubicBezTo>
                <a:cubicBezTo>
                  <a:pt x="52200" y="95305"/>
                  <a:pt x="52533" y="93370"/>
                  <a:pt x="52533" y="93370"/>
                </a:cubicBezTo>
                <a:cubicBezTo>
                  <a:pt x="52533" y="93370"/>
                  <a:pt x="52933" y="91034"/>
                  <a:pt x="52933" y="90834"/>
                </a:cubicBezTo>
                <a:cubicBezTo>
                  <a:pt x="52733" y="90834"/>
                  <a:pt x="52933" y="88698"/>
                  <a:pt x="52933" y="88698"/>
                </a:cubicBezTo>
                <a:cubicBezTo>
                  <a:pt x="52733" y="88698"/>
                  <a:pt x="52933" y="88164"/>
                  <a:pt x="52933" y="88164"/>
                </a:cubicBezTo>
                <a:cubicBezTo>
                  <a:pt x="54866" y="85428"/>
                  <a:pt x="54866" y="85428"/>
                  <a:pt x="54866" y="85428"/>
                </a:cubicBezTo>
                <a:cubicBezTo>
                  <a:pt x="55666" y="83492"/>
                  <a:pt x="55666" y="83492"/>
                  <a:pt x="55666" y="83492"/>
                </a:cubicBezTo>
                <a:cubicBezTo>
                  <a:pt x="55666" y="83492"/>
                  <a:pt x="56400" y="82358"/>
                  <a:pt x="56200" y="82157"/>
                </a:cubicBezTo>
                <a:cubicBezTo>
                  <a:pt x="56200" y="81957"/>
                  <a:pt x="55666" y="80222"/>
                  <a:pt x="55666" y="80222"/>
                </a:cubicBezTo>
                <a:cubicBezTo>
                  <a:pt x="55666" y="80222"/>
                  <a:pt x="54466" y="80022"/>
                  <a:pt x="54266" y="79822"/>
                </a:cubicBezTo>
                <a:cubicBezTo>
                  <a:pt x="54266" y="79822"/>
                  <a:pt x="52333" y="77886"/>
                  <a:pt x="52200" y="78086"/>
                </a:cubicBezTo>
                <a:cubicBezTo>
                  <a:pt x="52200" y="78086"/>
                  <a:pt x="51400" y="77085"/>
                  <a:pt x="51400" y="77486"/>
                </a:cubicBezTo>
                <a:cubicBezTo>
                  <a:pt x="51200" y="77686"/>
                  <a:pt x="49666" y="77686"/>
                  <a:pt x="49666" y="77686"/>
                </a:cubicBezTo>
                <a:cubicBezTo>
                  <a:pt x="48133" y="77285"/>
                  <a:pt x="48133" y="77285"/>
                  <a:pt x="48133" y="77285"/>
                </a:cubicBezTo>
                <a:cubicBezTo>
                  <a:pt x="48133" y="77285"/>
                  <a:pt x="47333" y="77886"/>
                  <a:pt x="47533" y="77686"/>
                </a:cubicBezTo>
                <a:cubicBezTo>
                  <a:pt x="47733" y="77285"/>
                  <a:pt x="47533" y="76151"/>
                  <a:pt x="47533" y="76351"/>
                </a:cubicBezTo>
                <a:cubicBezTo>
                  <a:pt x="47533" y="76551"/>
                  <a:pt x="45000" y="75350"/>
                  <a:pt x="45000" y="75350"/>
                </a:cubicBezTo>
                <a:cubicBezTo>
                  <a:pt x="44266" y="76151"/>
                  <a:pt x="44266" y="76151"/>
                  <a:pt x="44266" y="76151"/>
                </a:cubicBezTo>
                <a:cubicBezTo>
                  <a:pt x="44266" y="75150"/>
                  <a:pt x="44266" y="75150"/>
                  <a:pt x="44266" y="75150"/>
                </a:cubicBezTo>
                <a:cubicBezTo>
                  <a:pt x="42933" y="74416"/>
                  <a:pt x="42933" y="74416"/>
                  <a:pt x="42933" y="74416"/>
                </a:cubicBezTo>
                <a:cubicBezTo>
                  <a:pt x="43066" y="73214"/>
                  <a:pt x="43066" y="73214"/>
                  <a:pt x="43066" y="73214"/>
                </a:cubicBezTo>
                <a:cubicBezTo>
                  <a:pt x="42533" y="72814"/>
                  <a:pt x="42533" y="72814"/>
                  <a:pt x="42533" y="72814"/>
                </a:cubicBezTo>
                <a:cubicBezTo>
                  <a:pt x="42533" y="72814"/>
                  <a:pt x="42333" y="73014"/>
                  <a:pt x="42333" y="72814"/>
                </a:cubicBezTo>
                <a:cubicBezTo>
                  <a:pt x="41933" y="70745"/>
                  <a:pt x="41933" y="70745"/>
                  <a:pt x="41933" y="70745"/>
                </a:cubicBezTo>
                <a:cubicBezTo>
                  <a:pt x="40000" y="69143"/>
                  <a:pt x="40000" y="69143"/>
                  <a:pt x="40000" y="69143"/>
                </a:cubicBezTo>
                <a:cubicBezTo>
                  <a:pt x="37666" y="69143"/>
                  <a:pt x="37666" y="69143"/>
                  <a:pt x="37666" y="69143"/>
                </a:cubicBezTo>
                <a:cubicBezTo>
                  <a:pt x="35533" y="68008"/>
                  <a:pt x="35533" y="68008"/>
                  <a:pt x="35533" y="68008"/>
                </a:cubicBezTo>
                <a:cubicBezTo>
                  <a:pt x="35200" y="67007"/>
                  <a:pt x="35200" y="67007"/>
                  <a:pt x="35200" y="67007"/>
                </a:cubicBezTo>
                <a:cubicBezTo>
                  <a:pt x="35200" y="67007"/>
                  <a:pt x="34000" y="66473"/>
                  <a:pt x="34000" y="66273"/>
                </a:cubicBezTo>
                <a:cubicBezTo>
                  <a:pt x="34000" y="66073"/>
                  <a:pt x="33600" y="66273"/>
                  <a:pt x="33600" y="66273"/>
                </a:cubicBezTo>
                <a:cubicBezTo>
                  <a:pt x="33466" y="66073"/>
                  <a:pt x="33466" y="65672"/>
                  <a:pt x="33466" y="65672"/>
                </a:cubicBezTo>
                <a:cubicBezTo>
                  <a:pt x="33066" y="65072"/>
                  <a:pt x="33066" y="65072"/>
                  <a:pt x="33066" y="65072"/>
                </a:cubicBezTo>
                <a:cubicBezTo>
                  <a:pt x="32866" y="65072"/>
                  <a:pt x="32866" y="65072"/>
                  <a:pt x="32866" y="65072"/>
                </a:cubicBezTo>
                <a:cubicBezTo>
                  <a:pt x="32266" y="64938"/>
                  <a:pt x="32266" y="64938"/>
                  <a:pt x="32266" y="64938"/>
                </a:cubicBezTo>
                <a:cubicBezTo>
                  <a:pt x="32066" y="64538"/>
                  <a:pt x="32066" y="64538"/>
                  <a:pt x="32066" y="64538"/>
                </a:cubicBezTo>
                <a:cubicBezTo>
                  <a:pt x="32066" y="64538"/>
                  <a:pt x="32533" y="64271"/>
                  <a:pt x="32800" y="64137"/>
                </a:cubicBezTo>
                <a:cubicBezTo>
                  <a:pt x="32133" y="64204"/>
                  <a:pt x="30533" y="64338"/>
                  <a:pt x="30533" y="64338"/>
                </a:cubicBezTo>
                <a:cubicBezTo>
                  <a:pt x="30333" y="64938"/>
                  <a:pt x="30333" y="64938"/>
                  <a:pt x="30333" y="64938"/>
                </a:cubicBezTo>
                <a:cubicBezTo>
                  <a:pt x="29200" y="64338"/>
                  <a:pt x="29200" y="64338"/>
                  <a:pt x="29200" y="64338"/>
                </a:cubicBezTo>
                <a:cubicBezTo>
                  <a:pt x="27466" y="64137"/>
                  <a:pt x="27466" y="64137"/>
                  <a:pt x="27466" y="64137"/>
                </a:cubicBezTo>
                <a:cubicBezTo>
                  <a:pt x="27466" y="64137"/>
                  <a:pt x="26066" y="63737"/>
                  <a:pt x="26066" y="63537"/>
                </a:cubicBezTo>
                <a:cubicBezTo>
                  <a:pt x="26066" y="63337"/>
                  <a:pt x="25733" y="62803"/>
                  <a:pt x="25733" y="62803"/>
                </a:cubicBezTo>
                <a:cubicBezTo>
                  <a:pt x="25733" y="62803"/>
                  <a:pt x="25533" y="63537"/>
                  <a:pt x="25333" y="63537"/>
                </a:cubicBezTo>
                <a:cubicBezTo>
                  <a:pt x="25333" y="63737"/>
                  <a:pt x="24333" y="64538"/>
                  <a:pt x="24333" y="64538"/>
                </a:cubicBezTo>
                <a:cubicBezTo>
                  <a:pt x="24333" y="65672"/>
                  <a:pt x="24333" y="65672"/>
                  <a:pt x="24333" y="65672"/>
                </a:cubicBezTo>
                <a:cubicBezTo>
                  <a:pt x="23800" y="64938"/>
                  <a:pt x="23800" y="64938"/>
                  <a:pt x="23800" y="64938"/>
                </a:cubicBezTo>
                <a:cubicBezTo>
                  <a:pt x="24133" y="64338"/>
                  <a:pt x="24133" y="64338"/>
                  <a:pt x="24133" y="64338"/>
                </a:cubicBezTo>
                <a:cubicBezTo>
                  <a:pt x="24133" y="63337"/>
                  <a:pt x="24133" y="63337"/>
                  <a:pt x="24133" y="63337"/>
                </a:cubicBezTo>
                <a:cubicBezTo>
                  <a:pt x="24733" y="63203"/>
                  <a:pt x="24733" y="63203"/>
                  <a:pt x="24733" y="63203"/>
                </a:cubicBezTo>
                <a:cubicBezTo>
                  <a:pt x="24533" y="62602"/>
                  <a:pt x="24533" y="62602"/>
                  <a:pt x="24533" y="62602"/>
                </a:cubicBezTo>
                <a:cubicBezTo>
                  <a:pt x="24533" y="62602"/>
                  <a:pt x="23933" y="62803"/>
                  <a:pt x="23933" y="63003"/>
                </a:cubicBezTo>
                <a:cubicBezTo>
                  <a:pt x="23000" y="63537"/>
                  <a:pt x="23000" y="63537"/>
                  <a:pt x="23000" y="63537"/>
                </a:cubicBezTo>
                <a:cubicBezTo>
                  <a:pt x="22066" y="63937"/>
                  <a:pt x="22066" y="63937"/>
                  <a:pt x="22066" y="63937"/>
                </a:cubicBezTo>
                <a:cubicBezTo>
                  <a:pt x="21466" y="63937"/>
                  <a:pt x="21466" y="63937"/>
                  <a:pt x="21466" y="63937"/>
                </a:cubicBezTo>
                <a:cubicBezTo>
                  <a:pt x="21466" y="63937"/>
                  <a:pt x="21066" y="64738"/>
                  <a:pt x="20866" y="64738"/>
                </a:cubicBezTo>
                <a:cubicBezTo>
                  <a:pt x="20666" y="64738"/>
                  <a:pt x="20866" y="65472"/>
                  <a:pt x="20866" y="65472"/>
                </a:cubicBezTo>
                <a:cubicBezTo>
                  <a:pt x="20866" y="65472"/>
                  <a:pt x="19533" y="66874"/>
                  <a:pt x="19533" y="66674"/>
                </a:cubicBezTo>
                <a:cubicBezTo>
                  <a:pt x="19533" y="66473"/>
                  <a:pt x="18200" y="65472"/>
                  <a:pt x="18200" y="65472"/>
                </a:cubicBezTo>
                <a:cubicBezTo>
                  <a:pt x="16600" y="65672"/>
                  <a:pt x="16600" y="65672"/>
                  <a:pt x="16600" y="65672"/>
                </a:cubicBezTo>
                <a:cubicBezTo>
                  <a:pt x="15866" y="66073"/>
                  <a:pt x="15866" y="66073"/>
                  <a:pt x="15866" y="66073"/>
                </a:cubicBezTo>
                <a:cubicBezTo>
                  <a:pt x="14866" y="65472"/>
                  <a:pt x="14866" y="65472"/>
                  <a:pt x="14866" y="65472"/>
                </a:cubicBezTo>
                <a:cubicBezTo>
                  <a:pt x="13933" y="64137"/>
                  <a:pt x="13933" y="64137"/>
                  <a:pt x="13933" y="64137"/>
                </a:cubicBezTo>
                <a:cubicBezTo>
                  <a:pt x="14133" y="62602"/>
                  <a:pt x="14133" y="62602"/>
                  <a:pt x="14133" y="62602"/>
                </a:cubicBezTo>
                <a:cubicBezTo>
                  <a:pt x="14466" y="61067"/>
                  <a:pt x="14466" y="61067"/>
                  <a:pt x="14466" y="61067"/>
                </a:cubicBezTo>
                <a:cubicBezTo>
                  <a:pt x="14666" y="59866"/>
                  <a:pt x="14666" y="59866"/>
                  <a:pt x="14666" y="59866"/>
                </a:cubicBezTo>
                <a:cubicBezTo>
                  <a:pt x="13533" y="59132"/>
                  <a:pt x="13533" y="59132"/>
                  <a:pt x="13533" y="59132"/>
                </a:cubicBezTo>
                <a:cubicBezTo>
                  <a:pt x="13533" y="59132"/>
                  <a:pt x="11400" y="59332"/>
                  <a:pt x="11400" y="59132"/>
                </a:cubicBezTo>
                <a:cubicBezTo>
                  <a:pt x="11400" y="59132"/>
                  <a:pt x="10066" y="59332"/>
                  <a:pt x="10066" y="59132"/>
                </a:cubicBezTo>
                <a:cubicBezTo>
                  <a:pt x="10266" y="59132"/>
                  <a:pt x="10666" y="58331"/>
                  <a:pt x="10666" y="58131"/>
                </a:cubicBezTo>
                <a:cubicBezTo>
                  <a:pt x="10800" y="57196"/>
                  <a:pt x="10800" y="57196"/>
                  <a:pt x="10800" y="57196"/>
                </a:cubicBezTo>
                <a:cubicBezTo>
                  <a:pt x="11400" y="56195"/>
                  <a:pt x="11400" y="56195"/>
                  <a:pt x="11400" y="56195"/>
                </a:cubicBezTo>
                <a:cubicBezTo>
                  <a:pt x="12000" y="54460"/>
                  <a:pt x="12000" y="54460"/>
                  <a:pt x="12000" y="54460"/>
                </a:cubicBezTo>
                <a:cubicBezTo>
                  <a:pt x="12400" y="53659"/>
                  <a:pt x="12400" y="53659"/>
                  <a:pt x="12400" y="53659"/>
                </a:cubicBezTo>
                <a:cubicBezTo>
                  <a:pt x="10466" y="53659"/>
                  <a:pt x="10466" y="53659"/>
                  <a:pt x="10466" y="53659"/>
                </a:cubicBezTo>
                <a:cubicBezTo>
                  <a:pt x="9466" y="54060"/>
                  <a:pt x="9466" y="54060"/>
                  <a:pt x="9466" y="54060"/>
                </a:cubicBezTo>
                <a:cubicBezTo>
                  <a:pt x="8733" y="55995"/>
                  <a:pt x="8733" y="55995"/>
                  <a:pt x="8733" y="55995"/>
                </a:cubicBezTo>
                <a:cubicBezTo>
                  <a:pt x="5600" y="56796"/>
                  <a:pt x="5600" y="56796"/>
                  <a:pt x="5600" y="56796"/>
                </a:cubicBezTo>
                <a:cubicBezTo>
                  <a:pt x="4866" y="56195"/>
                  <a:pt x="4866" y="56195"/>
                  <a:pt x="4866" y="56195"/>
                </a:cubicBezTo>
                <a:cubicBezTo>
                  <a:pt x="4866" y="56195"/>
                  <a:pt x="4800" y="56262"/>
                  <a:pt x="4800" y="56262"/>
                </a:cubicBezTo>
                <a:cubicBezTo>
                  <a:pt x="4800" y="56329"/>
                  <a:pt x="4866" y="56395"/>
                  <a:pt x="4866" y="56395"/>
                </a:cubicBezTo>
                <a:cubicBezTo>
                  <a:pt x="4733" y="56529"/>
                  <a:pt x="4733" y="56395"/>
                  <a:pt x="4800" y="56262"/>
                </a:cubicBezTo>
                <a:cubicBezTo>
                  <a:pt x="4800" y="56262"/>
                  <a:pt x="4800" y="56262"/>
                  <a:pt x="4733" y="56195"/>
                </a:cubicBezTo>
                <a:cubicBezTo>
                  <a:pt x="5000" y="53058"/>
                  <a:pt x="5466" y="49988"/>
                  <a:pt x="6200" y="46985"/>
                </a:cubicBezTo>
                <a:cubicBezTo>
                  <a:pt x="8533" y="45383"/>
                  <a:pt x="8533" y="45383"/>
                  <a:pt x="8533" y="45383"/>
                </a:cubicBezTo>
                <a:cubicBezTo>
                  <a:pt x="10066" y="45583"/>
                  <a:pt x="10066" y="45583"/>
                  <a:pt x="10066" y="45583"/>
                </a:cubicBezTo>
                <a:cubicBezTo>
                  <a:pt x="10466" y="45917"/>
                  <a:pt x="10466" y="45917"/>
                  <a:pt x="10466" y="45917"/>
                </a:cubicBezTo>
                <a:cubicBezTo>
                  <a:pt x="11400" y="45717"/>
                  <a:pt x="11400" y="45717"/>
                  <a:pt x="11400" y="45717"/>
                </a:cubicBezTo>
                <a:cubicBezTo>
                  <a:pt x="12400" y="44983"/>
                  <a:pt x="12400" y="44983"/>
                  <a:pt x="12400" y="44983"/>
                </a:cubicBezTo>
                <a:cubicBezTo>
                  <a:pt x="13533" y="44983"/>
                  <a:pt x="13533" y="44983"/>
                  <a:pt x="13533" y="44983"/>
                </a:cubicBezTo>
                <a:cubicBezTo>
                  <a:pt x="14666" y="44783"/>
                  <a:pt x="14666" y="44783"/>
                  <a:pt x="14666" y="44783"/>
                </a:cubicBezTo>
                <a:cubicBezTo>
                  <a:pt x="15466" y="45583"/>
                  <a:pt x="15466" y="45583"/>
                  <a:pt x="15466" y="45583"/>
                </a:cubicBezTo>
                <a:cubicBezTo>
                  <a:pt x="16400" y="45183"/>
                  <a:pt x="16400" y="45183"/>
                  <a:pt x="16400" y="45183"/>
                </a:cubicBezTo>
                <a:cubicBezTo>
                  <a:pt x="17000" y="45717"/>
                  <a:pt x="17000" y="45717"/>
                  <a:pt x="17000" y="45717"/>
                </a:cubicBezTo>
                <a:cubicBezTo>
                  <a:pt x="17400" y="46117"/>
                  <a:pt x="17400" y="46117"/>
                  <a:pt x="17400" y="46117"/>
                </a:cubicBezTo>
                <a:cubicBezTo>
                  <a:pt x="17400" y="46718"/>
                  <a:pt x="17400" y="46718"/>
                  <a:pt x="17400" y="46718"/>
                </a:cubicBezTo>
                <a:cubicBezTo>
                  <a:pt x="17000" y="47519"/>
                  <a:pt x="17000" y="47519"/>
                  <a:pt x="17000" y="47519"/>
                </a:cubicBezTo>
                <a:cubicBezTo>
                  <a:pt x="17400" y="48654"/>
                  <a:pt x="17400" y="48654"/>
                  <a:pt x="17400" y="48654"/>
                </a:cubicBezTo>
                <a:cubicBezTo>
                  <a:pt x="18000" y="49788"/>
                  <a:pt x="18000" y="49788"/>
                  <a:pt x="18000" y="49788"/>
                </a:cubicBezTo>
                <a:cubicBezTo>
                  <a:pt x="18533" y="49988"/>
                  <a:pt x="18533" y="49988"/>
                  <a:pt x="18533" y="49988"/>
                </a:cubicBezTo>
                <a:cubicBezTo>
                  <a:pt x="19133" y="48253"/>
                  <a:pt x="19133" y="48253"/>
                  <a:pt x="19133" y="48253"/>
                </a:cubicBezTo>
                <a:cubicBezTo>
                  <a:pt x="18933" y="46718"/>
                  <a:pt x="18933" y="46718"/>
                  <a:pt x="18933" y="46718"/>
                </a:cubicBezTo>
                <a:cubicBezTo>
                  <a:pt x="18733" y="45583"/>
                  <a:pt x="18733" y="45583"/>
                  <a:pt x="18733" y="45583"/>
                </a:cubicBezTo>
                <a:cubicBezTo>
                  <a:pt x="18733" y="44582"/>
                  <a:pt x="18733" y="44582"/>
                  <a:pt x="18733" y="44582"/>
                </a:cubicBezTo>
                <a:cubicBezTo>
                  <a:pt x="20266" y="42847"/>
                  <a:pt x="20266" y="42847"/>
                  <a:pt x="20266" y="42847"/>
                </a:cubicBezTo>
                <a:cubicBezTo>
                  <a:pt x="22200" y="41512"/>
                  <a:pt x="22200" y="41512"/>
                  <a:pt x="22200" y="41512"/>
                </a:cubicBezTo>
                <a:cubicBezTo>
                  <a:pt x="23800" y="40511"/>
                  <a:pt x="23800" y="40511"/>
                  <a:pt x="23800" y="40511"/>
                </a:cubicBezTo>
                <a:cubicBezTo>
                  <a:pt x="25133" y="38976"/>
                  <a:pt x="25133" y="38976"/>
                  <a:pt x="25133" y="38976"/>
                </a:cubicBezTo>
                <a:cubicBezTo>
                  <a:pt x="25133" y="37641"/>
                  <a:pt x="25133" y="37641"/>
                  <a:pt x="25133" y="37641"/>
                </a:cubicBezTo>
                <a:cubicBezTo>
                  <a:pt x="25733" y="37441"/>
                  <a:pt x="25733" y="37441"/>
                  <a:pt x="25733" y="37441"/>
                </a:cubicBezTo>
                <a:cubicBezTo>
                  <a:pt x="26266" y="36240"/>
                  <a:pt x="26266" y="36240"/>
                  <a:pt x="26266" y="36240"/>
                </a:cubicBezTo>
                <a:cubicBezTo>
                  <a:pt x="26866" y="36240"/>
                  <a:pt x="26866" y="36240"/>
                  <a:pt x="26866" y="36240"/>
                </a:cubicBezTo>
                <a:cubicBezTo>
                  <a:pt x="28000" y="34905"/>
                  <a:pt x="28000" y="34905"/>
                  <a:pt x="28000" y="34905"/>
                </a:cubicBezTo>
                <a:cubicBezTo>
                  <a:pt x="29933" y="34171"/>
                  <a:pt x="29933" y="34171"/>
                  <a:pt x="29933" y="34171"/>
                </a:cubicBezTo>
                <a:cubicBezTo>
                  <a:pt x="31133" y="33971"/>
                  <a:pt x="31133" y="33971"/>
                  <a:pt x="31133" y="33971"/>
                </a:cubicBezTo>
                <a:cubicBezTo>
                  <a:pt x="31533" y="33570"/>
                  <a:pt x="31533" y="33570"/>
                  <a:pt x="31533" y="33570"/>
                </a:cubicBezTo>
                <a:cubicBezTo>
                  <a:pt x="31133" y="33170"/>
                  <a:pt x="31133" y="33170"/>
                  <a:pt x="31133" y="33170"/>
                </a:cubicBezTo>
                <a:cubicBezTo>
                  <a:pt x="32066" y="31835"/>
                  <a:pt x="32066" y="31835"/>
                  <a:pt x="32066" y="31835"/>
                </a:cubicBezTo>
                <a:cubicBezTo>
                  <a:pt x="35000" y="30634"/>
                  <a:pt x="35000" y="30634"/>
                  <a:pt x="35000" y="30634"/>
                </a:cubicBezTo>
                <a:cubicBezTo>
                  <a:pt x="36733" y="30100"/>
                  <a:pt x="36733" y="30100"/>
                  <a:pt x="36733" y="30100"/>
                </a:cubicBezTo>
                <a:cubicBezTo>
                  <a:pt x="35333" y="31034"/>
                  <a:pt x="35333" y="31034"/>
                  <a:pt x="35333" y="31034"/>
                </a:cubicBezTo>
                <a:cubicBezTo>
                  <a:pt x="35533" y="31835"/>
                  <a:pt x="35533" y="31835"/>
                  <a:pt x="35533" y="31835"/>
                </a:cubicBezTo>
                <a:cubicBezTo>
                  <a:pt x="36733" y="31434"/>
                  <a:pt x="36733" y="31434"/>
                  <a:pt x="36733" y="31434"/>
                </a:cubicBezTo>
                <a:cubicBezTo>
                  <a:pt x="37466" y="31034"/>
                  <a:pt x="37466" y="31034"/>
                  <a:pt x="37466" y="31034"/>
                </a:cubicBezTo>
                <a:cubicBezTo>
                  <a:pt x="39400" y="30433"/>
                  <a:pt x="39400" y="30433"/>
                  <a:pt x="39400" y="30433"/>
                </a:cubicBezTo>
                <a:cubicBezTo>
                  <a:pt x="39400" y="30433"/>
                  <a:pt x="39800" y="29899"/>
                  <a:pt x="39800" y="29699"/>
                </a:cubicBezTo>
                <a:cubicBezTo>
                  <a:pt x="39800" y="29899"/>
                  <a:pt x="41000" y="29699"/>
                  <a:pt x="41000" y="29699"/>
                </a:cubicBezTo>
                <a:cubicBezTo>
                  <a:pt x="40800" y="29098"/>
                  <a:pt x="40800" y="29098"/>
                  <a:pt x="40800" y="29098"/>
                </a:cubicBezTo>
                <a:cubicBezTo>
                  <a:pt x="40800" y="28498"/>
                  <a:pt x="40800" y="28498"/>
                  <a:pt x="40800" y="28498"/>
                </a:cubicBezTo>
                <a:cubicBezTo>
                  <a:pt x="40200" y="28698"/>
                  <a:pt x="40200" y="28698"/>
                  <a:pt x="40200" y="28698"/>
                </a:cubicBezTo>
                <a:cubicBezTo>
                  <a:pt x="39200" y="29699"/>
                  <a:pt x="39200" y="29699"/>
                  <a:pt x="39200" y="29699"/>
                </a:cubicBezTo>
                <a:cubicBezTo>
                  <a:pt x="37866" y="29699"/>
                  <a:pt x="37866" y="29699"/>
                  <a:pt x="37866" y="29699"/>
                </a:cubicBezTo>
                <a:cubicBezTo>
                  <a:pt x="37133" y="28698"/>
                  <a:pt x="37133" y="28698"/>
                  <a:pt x="37133" y="28698"/>
                </a:cubicBezTo>
                <a:cubicBezTo>
                  <a:pt x="37866" y="27764"/>
                  <a:pt x="37866" y="27764"/>
                  <a:pt x="37866" y="27764"/>
                </a:cubicBezTo>
                <a:cubicBezTo>
                  <a:pt x="38466" y="26629"/>
                  <a:pt x="38466" y="26629"/>
                  <a:pt x="38466" y="26629"/>
                </a:cubicBezTo>
                <a:cubicBezTo>
                  <a:pt x="38333" y="26696"/>
                  <a:pt x="37466" y="26429"/>
                  <a:pt x="37466" y="26429"/>
                </a:cubicBezTo>
                <a:cubicBezTo>
                  <a:pt x="35933" y="26763"/>
                  <a:pt x="35933" y="26763"/>
                  <a:pt x="35933" y="26763"/>
                </a:cubicBezTo>
                <a:cubicBezTo>
                  <a:pt x="35733" y="26763"/>
                  <a:pt x="34400" y="27764"/>
                  <a:pt x="34400" y="27563"/>
                </a:cubicBezTo>
                <a:cubicBezTo>
                  <a:pt x="34600" y="27363"/>
                  <a:pt x="33800" y="27964"/>
                  <a:pt x="33800" y="27964"/>
                </a:cubicBezTo>
                <a:cubicBezTo>
                  <a:pt x="35733" y="26429"/>
                  <a:pt x="35733" y="26429"/>
                  <a:pt x="35733" y="26429"/>
                </a:cubicBezTo>
                <a:cubicBezTo>
                  <a:pt x="36533" y="26429"/>
                  <a:pt x="36533" y="26429"/>
                  <a:pt x="36533" y="26429"/>
                </a:cubicBezTo>
                <a:cubicBezTo>
                  <a:pt x="37266" y="25428"/>
                  <a:pt x="37266" y="25428"/>
                  <a:pt x="37266" y="25428"/>
                </a:cubicBezTo>
                <a:cubicBezTo>
                  <a:pt x="41533" y="25428"/>
                  <a:pt x="41533" y="25428"/>
                  <a:pt x="41533" y="25428"/>
                </a:cubicBezTo>
                <a:cubicBezTo>
                  <a:pt x="43066" y="25228"/>
                  <a:pt x="43066" y="25228"/>
                  <a:pt x="43066" y="25228"/>
                </a:cubicBezTo>
                <a:cubicBezTo>
                  <a:pt x="45000" y="24093"/>
                  <a:pt x="45000" y="24093"/>
                  <a:pt x="45000" y="24093"/>
                </a:cubicBezTo>
                <a:cubicBezTo>
                  <a:pt x="45200" y="24293"/>
                  <a:pt x="45200" y="24293"/>
                  <a:pt x="45200" y="24293"/>
                </a:cubicBezTo>
                <a:cubicBezTo>
                  <a:pt x="44266" y="25027"/>
                  <a:pt x="44266" y="25027"/>
                  <a:pt x="44266" y="25027"/>
                </a:cubicBezTo>
                <a:cubicBezTo>
                  <a:pt x="43266" y="26229"/>
                  <a:pt x="43266" y="26229"/>
                  <a:pt x="43266" y="26229"/>
                </a:cubicBezTo>
                <a:cubicBezTo>
                  <a:pt x="42333" y="27163"/>
                  <a:pt x="42333" y="27163"/>
                  <a:pt x="42333" y="27163"/>
                </a:cubicBezTo>
                <a:cubicBezTo>
                  <a:pt x="41933" y="27764"/>
                  <a:pt x="41933" y="27764"/>
                  <a:pt x="41933" y="27764"/>
                </a:cubicBezTo>
                <a:cubicBezTo>
                  <a:pt x="43466" y="27964"/>
                  <a:pt x="43466" y="27964"/>
                  <a:pt x="43466" y="27964"/>
                </a:cubicBezTo>
                <a:cubicBezTo>
                  <a:pt x="44666" y="27964"/>
                  <a:pt x="44666" y="27964"/>
                  <a:pt x="44666" y="27964"/>
                </a:cubicBezTo>
                <a:cubicBezTo>
                  <a:pt x="44800" y="27964"/>
                  <a:pt x="44800" y="28498"/>
                  <a:pt x="44800" y="28498"/>
                </a:cubicBezTo>
                <a:cubicBezTo>
                  <a:pt x="45600" y="27964"/>
                  <a:pt x="45600" y="27964"/>
                  <a:pt x="45600" y="27964"/>
                </a:cubicBezTo>
                <a:cubicBezTo>
                  <a:pt x="45800" y="28898"/>
                  <a:pt x="45800" y="28898"/>
                  <a:pt x="45800" y="28898"/>
                </a:cubicBezTo>
                <a:cubicBezTo>
                  <a:pt x="46933" y="27964"/>
                  <a:pt x="46933" y="27964"/>
                  <a:pt x="46933" y="27964"/>
                </a:cubicBezTo>
                <a:cubicBezTo>
                  <a:pt x="46600" y="26963"/>
                  <a:pt x="46600" y="26963"/>
                  <a:pt x="46600" y="26963"/>
                </a:cubicBezTo>
                <a:cubicBezTo>
                  <a:pt x="46933" y="26229"/>
                  <a:pt x="46933" y="26229"/>
                  <a:pt x="46933" y="26229"/>
                </a:cubicBezTo>
                <a:cubicBezTo>
                  <a:pt x="45600" y="26229"/>
                  <a:pt x="45600" y="26229"/>
                  <a:pt x="45600" y="26229"/>
                </a:cubicBezTo>
                <a:cubicBezTo>
                  <a:pt x="45600" y="25628"/>
                  <a:pt x="45600" y="25628"/>
                  <a:pt x="45600" y="25628"/>
                </a:cubicBezTo>
                <a:cubicBezTo>
                  <a:pt x="45600" y="25628"/>
                  <a:pt x="45200" y="25027"/>
                  <a:pt x="45000" y="25228"/>
                </a:cubicBezTo>
                <a:cubicBezTo>
                  <a:pt x="45800" y="24627"/>
                  <a:pt x="45800" y="24627"/>
                  <a:pt x="45800" y="24627"/>
                </a:cubicBezTo>
                <a:cubicBezTo>
                  <a:pt x="45400" y="24293"/>
                  <a:pt x="45400" y="24293"/>
                  <a:pt x="45400" y="24293"/>
                </a:cubicBezTo>
                <a:cubicBezTo>
                  <a:pt x="46400" y="23092"/>
                  <a:pt x="46400" y="23092"/>
                  <a:pt x="46400" y="23092"/>
                </a:cubicBezTo>
                <a:cubicBezTo>
                  <a:pt x="46000" y="21957"/>
                  <a:pt x="46000" y="21957"/>
                  <a:pt x="46000" y="21957"/>
                </a:cubicBezTo>
                <a:cubicBezTo>
                  <a:pt x="45800" y="21156"/>
                  <a:pt x="45800" y="21156"/>
                  <a:pt x="45800" y="21156"/>
                </a:cubicBezTo>
                <a:cubicBezTo>
                  <a:pt x="44666" y="20756"/>
                  <a:pt x="44666" y="20756"/>
                  <a:pt x="44666" y="20756"/>
                </a:cubicBezTo>
                <a:cubicBezTo>
                  <a:pt x="44266" y="20222"/>
                  <a:pt x="44266" y="20222"/>
                  <a:pt x="44266" y="20222"/>
                </a:cubicBezTo>
                <a:cubicBezTo>
                  <a:pt x="43666" y="19822"/>
                  <a:pt x="43666" y="19822"/>
                  <a:pt x="43666" y="19822"/>
                </a:cubicBezTo>
                <a:cubicBezTo>
                  <a:pt x="44066" y="18820"/>
                  <a:pt x="44066" y="18820"/>
                  <a:pt x="44066" y="18820"/>
                </a:cubicBezTo>
                <a:cubicBezTo>
                  <a:pt x="43866" y="18086"/>
                  <a:pt x="43866" y="18086"/>
                  <a:pt x="43866" y="18086"/>
                </a:cubicBezTo>
                <a:cubicBezTo>
                  <a:pt x="43866" y="18086"/>
                  <a:pt x="43666" y="15750"/>
                  <a:pt x="43466" y="15750"/>
                </a:cubicBezTo>
                <a:cubicBezTo>
                  <a:pt x="43466" y="15951"/>
                  <a:pt x="41933" y="17085"/>
                  <a:pt x="41933" y="17085"/>
                </a:cubicBezTo>
                <a:cubicBezTo>
                  <a:pt x="40400" y="17886"/>
                  <a:pt x="40400" y="17886"/>
                  <a:pt x="40400" y="17886"/>
                </a:cubicBezTo>
                <a:cubicBezTo>
                  <a:pt x="39600" y="17085"/>
                  <a:pt x="39600" y="17085"/>
                  <a:pt x="39600" y="17085"/>
                </a:cubicBezTo>
                <a:cubicBezTo>
                  <a:pt x="39600" y="16151"/>
                  <a:pt x="39600" y="16151"/>
                  <a:pt x="39600" y="16151"/>
                </a:cubicBezTo>
                <a:cubicBezTo>
                  <a:pt x="40400" y="15550"/>
                  <a:pt x="40400" y="15550"/>
                  <a:pt x="40400" y="15550"/>
                </a:cubicBezTo>
                <a:cubicBezTo>
                  <a:pt x="39200" y="15150"/>
                  <a:pt x="39200" y="15150"/>
                  <a:pt x="39200" y="15150"/>
                </a:cubicBezTo>
                <a:cubicBezTo>
                  <a:pt x="39200" y="14949"/>
                  <a:pt x="39200" y="14949"/>
                  <a:pt x="39200" y="14949"/>
                </a:cubicBezTo>
                <a:cubicBezTo>
                  <a:pt x="39200" y="14949"/>
                  <a:pt x="38066" y="13815"/>
                  <a:pt x="38066" y="14015"/>
                </a:cubicBezTo>
                <a:cubicBezTo>
                  <a:pt x="37866" y="14015"/>
                  <a:pt x="37666" y="14215"/>
                  <a:pt x="37666" y="14215"/>
                </a:cubicBezTo>
                <a:cubicBezTo>
                  <a:pt x="35200" y="14015"/>
                  <a:pt x="35200" y="14015"/>
                  <a:pt x="35200" y="14015"/>
                </a:cubicBezTo>
                <a:cubicBezTo>
                  <a:pt x="34400" y="15550"/>
                  <a:pt x="34400" y="15550"/>
                  <a:pt x="34400" y="15550"/>
                </a:cubicBezTo>
                <a:cubicBezTo>
                  <a:pt x="34200" y="16351"/>
                  <a:pt x="34200" y="16351"/>
                  <a:pt x="34200" y="16351"/>
                </a:cubicBezTo>
                <a:cubicBezTo>
                  <a:pt x="34200" y="16351"/>
                  <a:pt x="32866" y="17686"/>
                  <a:pt x="32666" y="17686"/>
                </a:cubicBezTo>
                <a:cubicBezTo>
                  <a:pt x="32866" y="17686"/>
                  <a:pt x="33466" y="18286"/>
                  <a:pt x="33466" y="18286"/>
                </a:cubicBezTo>
                <a:cubicBezTo>
                  <a:pt x="32866" y="19621"/>
                  <a:pt x="32866" y="19621"/>
                  <a:pt x="32866" y="19621"/>
                </a:cubicBezTo>
                <a:cubicBezTo>
                  <a:pt x="30733" y="20956"/>
                  <a:pt x="30733" y="20956"/>
                  <a:pt x="30733" y="20956"/>
                </a:cubicBezTo>
                <a:cubicBezTo>
                  <a:pt x="29733" y="20956"/>
                  <a:pt x="29733" y="20956"/>
                  <a:pt x="29733" y="20956"/>
                </a:cubicBezTo>
                <a:cubicBezTo>
                  <a:pt x="29733" y="20956"/>
                  <a:pt x="29200" y="23292"/>
                  <a:pt x="29200" y="23492"/>
                </a:cubicBezTo>
                <a:cubicBezTo>
                  <a:pt x="29200" y="23692"/>
                  <a:pt x="28200" y="24093"/>
                  <a:pt x="28200" y="24093"/>
                </a:cubicBezTo>
                <a:cubicBezTo>
                  <a:pt x="27666" y="24427"/>
                  <a:pt x="27666" y="24427"/>
                  <a:pt x="27666" y="24427"/>
                </a:cubicBezTo>
                <a:cubicBezTo>
                  <a:pt x="27466" y="23692"/>
                  <a:pt x="27466" y="23692"/>
                  <a:pt x="27466" y="23692"/>
                </a:cubicBezTo>
                <a:cubicBezTo>
                  <a:pt x="27466" y="23692"/>
                  <a:pt x="27066" y="23092"/>
                  <a:pt x="27066" y="22892"/>
                </a:cubicBezTo>
                <a:cubicBezTo>
                  <a:pt x="27800" y="23092"/>
                  <a:pt x="27800" y="23092"/>
                  <a:pt x="27800" y="23092"/>
                </a:cubicBezTo>
                <a:cubicBezTo>
                  <a:pt x="27800" y="22491"/>
                  <a:pt x="27800" y="22491"/>
                  <a:pt x="27800" y="22491"/>
                </a:cubicBezTo>
                <a:cubicBezTo>
                  <a:pt x="27266" y="22491"/>
                  <a:pt x="27266" y="22491"/>
                  <a:pt x="27266" y="22491"/>
                </a:cubicBezTo>
                <a:cubicBezTo>
                  <a:pt x="27466" y="21757"/>
                  <a:pt x="27466" y="21757"/>
                  <a:pt x="27466" y="21757"/>
                </a:cubicBezTo>
                <a:cubicBezTo>
                  <a:pt x="28000" y="20756"/>
                  <a:pt x="28000" y="20756"/>
                  <a:pt x="28000" y="20756"/>
                </a:cubicBezTo>
                <a:cubicBezTo>
                  <a:pt x="26066" y="20622"/>
                  <a:pt x="26066" y="20622"/>
                  <a:pt x="26066" y="20622"/>
                </a:cubicBezTo>
                <a:cubicBezTo>
                  <a:pt x="25733" y="20222"/>
                  <a:pt x="25733" y="20222"/>
                  <a:pt x="25733" y="20222"/>
                </a:cubicBezTo>
                <a:cubicBezTo>
                  <a:pt x="24733" y="20022"/>
                  <a:pt x="24733" y="20022"/>
                  <a:pt x="24733" y="20022"/>
                </a:cubicBezTo>
                <a:cubicBezTo>
                  <a:pt x="24733" y="19621"/>
                  <a:pt x="24733" y="19621"/>
                  <a:pt x="24733" y="19621"/>
                </a:cubicBezTo>
                <a:cubicBezTo>
                  <a:pt x="23933" y="19221"/>
                  <a:pt x="23933" y="19221"/>
                  <a:pt x="23933" y="19221"/>
                </a:cubicBezTo>
                <a:cubicBezTo>
                  <a:pt x="23200" y="18820"/>
                  <a:pt x="23200" y="18820"/>
                  <a:pt x="23200" y="18820"/>
                </a:cubicBezTo>
                <a:cubicBezTo>
                  <a:pt x="23133" y="18820"/>
                  <a:pt x="23066" y="18820"/>
                  <a:pt x="23000" y="18820"/>
                </a:cubicBezTo>
                <a:cubicBezTo>
                  <a:pt x="25400" y="16685"/>
                  <a:pt x="28000" y="14749"/>
                  <a:pt x="30733" y="13014"/>
                </a:cubicBezTo>
                <a:cubicBezTo>
                  <a:pt x="30933" y="13014"/>
                  <a:pt x="30933" y="13014"/>
                  <a:pt x="30933" y="13014"/>
                </a:cubicBezTo>
                <a:cubicBezTo>
                  <a:pt x="30733" y="13414"/>
                  <a:pt x="30733" y="13414"/>
                  <a:pt x="30733" y="13414"/>
                </a:cubicBezTo>
                <a:cubicBezTo>
                  <a:pt x="31533" y="13214"/>
                  <a:pt x="31533" y="13214"/>
                  <a:pt x="31533" y="13214"/>
                </a:cubicBezTo>
                <a:cubicBezTo>
                  <a:pt x="32466" y="12680"/>
                  <a:pt x="32466" y="12680"/>
                  <a:pt x="32466" y="12680"/>
                </a:cubicBezTo>
                <a:cubicBezTo>
                  <a:pt x="33066" y="12880"/>
                  <a:pt x="33066" y="12880"/>
                  <a:pt x="33066" y="12880"/>
                </a:cubicBezTo>
                <a:cubicBezTo>
                  <a:pt x="33466" y="13214"/>
                  <a:pt x="33466" y="13214"/>
                  <a:pt x="33466" y="13214"/>
                </a:cubicBezTo>
                <a:cubicBezTo>
                  <a:pt x="34400" y="13014"/>
                  <a:pt x="34400" y="13014"/>
                  <a:pt x="34400" y="13014"/>
                </a:cubicBezTo>
                <a:cubicBezTo>
                  <a:pt x="34200" y="12480"/>
                  <a:pt x="34200" y="12480"/>
                  <a:pt x="34200" y="12480"/>
                </a:cubicBezTo>
                <a:cubicBezTo>
                  <a:pt x="33666" y="12013"/>
                  <a:pt x="33333" y="11746"/>
                  <a:pt x="33133" y="11546"/>
                </a:cubicBezTo>
                <a:cubicBezTo>
                  <a:pt x="33800" y="11212"/>
                  <a:pt x="34400" y="10878"/>
                  <a:pt x="35066" y="10545"/>
                </a:cubicBezTo>
                <a:cubicBezTo>
                  <a:pt x="35200" y="10545"/>
                  <a:pt x="35200" y="10545"/>
                  <a:pt x="35200" y="10545"/>
                </a:cubicBezTo>
                <a:cubicBezTo>
                  <a:pt x="35200" y="10478"/>
                  <a:pt x="35266" y="10478"/>
                  <a:pt x="35333" y="10411"/>
                </a:cubicBezTo>
                <a:cubicBezTo>
                  <a:pt x="37066" y="9543"/>
                  <a:pt x="38800" y="8809"/>
                  <a:pt x="40600" y="8142"/>
                </a:cubicBezTo>
                <a:cubicBezTo>
                  <a:pt x="40866" y="8342"/>
                  <a:pt x="41133" y="8609"/>
                  <a:pt x="41133" y="8609"/>
                </a:cubicBezTo>
                <a:cubicBezTo>
                  <a:pt x="40800" y="9010"/>
                  <a:pt x="40800" y="9010"/>
                  <a:pt x="40800" y="9010"/>
                </a:cubicBezTo>
                <a:cubicBezTo>
                  <a:pt x="39200" y="9143"/>
                  <a:pt x="39200" y="9143"/>
                  <a:pt x="39200" y="9143"/>
                </a:cubicBezTo>
                <a:cubicBezTo>
                  <a:pt x="38866" y="9944"/>
                  <a:pt x="38866" y="9944"/>
                  <a:pt x="38866" y="9944"/>
                </a:cubicBezTo>
                <a:cubicBezTo>
                  <a:pt x="40000" y="9944"/>
                  <a:pt x="40000" y="9944"/>
                  <a:pt x="40000" y="9944"/>
                </a:cubicBezTo>
                <a:cubicBezTo>
                  <a:pt x="40800" y="9143"/>
                  <a:pt x="40800" y="9143"/>
                  <a:pt x="40800" y="9143"/>
                </a:cubicBezTo>
                <a:cubicBezTo>
                  <a:pt x="41733" y="9010"/>
                  <a:pt x="41733" y="9010"/>
                  <a:pt x="41733" y="9010"/>
                </a:cubicBezTo>
                <a:cubicBezTo>
                  <a:pt x="41933" y="9944"/>
                  <a:pt x="41933" y="9944"/>
                  <a:pt x="41933" y="9944"/>
                </a:cubicBezTo>
                <a:cubicBezTo>
                  <a:pt x="40800" y="10545"/>
                  <a:pt x="40800" y="10545"/>
                  <a:pt x="40800" y="10545"/>
                </a:cubicBezTo>
                <a:cubicBezTo>
                  <a:pt x="40600" y="10545"/>
                  <a:pt x="40000" y="10878"/>
                  <a:pt x="40000" y="10878"/>
                </a:cubicBezTo>
                <a:cubicBezTo>
                  <a:pt x="39800" y="11479"/>
                  <a:pt x="39800" y="11479"/>
                  <a:pt x="39800" y="11479"/>
                </a:cubicBezTo>
                <a:cubicBezTo>
                  <a:pt x="38866" y="11679"/>
                  <a:pt x="38866" y="11679"/>
                  <a:pt x="38866" y="11679"/>
                </a:cubicBezTo>
                <a:cubicBezTo>
                  <a:pt x="37866" y="11479"/>
                  <a:pt x="37866" y="11479"/>
                  <a:pt x="37866" y="11479"/>
                </a:cubicBezTo>
                <a:cubicBezTo>
                  <a:pt x="37266" y="11479"/>
                  <a:pt x="37266" y="11479"/>
                  <a:pt x="37266" y="11479"/>
                </a:cubicBezTo>
                <a:cubicBezTo>
                  <a:pt x="36533" y="12080"/>
                  <a:pt x="36533" y="12080"/>
                  <a:pt x="36533" y="12080"/>
                </a:cubicBezTo>
                <a:cubicBezTo>
                  <a:pt x="37266" y="12680"/>
                  <a:pt x="37266" y="12680"/>
                  <a:pt x="37266" y="12680"/>
                </a:cubicBezTo>
                <a:cubicBezTo>
                  <a:pt x="37266" y="12680"/>
                  <a:pt x="38066" y="12280"/>
                  <a:pt x="38266" y="12280"/>
                </a:cubicBezTo>
                <a:cubicBezTo>
                  <a:pt x="38466" y="12080"/>
                  <a:pt x="39066" y="11879"/>
                  <a:pt x="39066" y="12080"/>
                </a:cubicBezTo>
                <a:cubicBezTo>
                  <a:pt x="39200" y="12280"/>
                  <a:pt x="39800" y="12880"/>
                  <a:pt x="39800" y="12880"/>
                </a:cubicBezTo>
                <a:cubicBezTo>
                  <a:pt x="40400" y="13815"/>
                  <a:pt x="40400" y="13815"/>
                  <a:pt x="40400" y="13815"/>
                </a:cubicBezTo>
                <a:cubicBezTo>
                  <a:pt x="40800" y="14015"/>
                  <a:pt x="40800" y="14015"/>
                  <a:pt x="40800" y="14015"/>
                </a:cubicBezTo>
                <a:cubicBezTo>
                  <a:pt x="42333" y="14416"/>
                  <a:pt x="42333" y="14416"/>
                  <a:pt x="42333" y="14416"/>
                </a:cubicBezTo>
                <a:cubicBezTo>
                  <a:pt x="43266" y="14816"/>
                  <a:pt x="43266" y="14816"/>
                  <a:pt x="43266" y="14816"/>
                </a:cubicBezTo>
                <a:cubicBezTo>
                  <a:pt x="43266" y="14215"/>
                  <a:pt x="43266" y="14215"/>
                  <a:pt x="43266" y="14215"/>
                </a:cubicBezTo>
                <a:cubicBezTo>
                  <a:pt x="42533" y="13214"/>
                  <a:pt x="42533" y="13214"/>
                  <a:pt x="42533" y="13214"/>
                </a:cubicBezTo>
                <a:cubicBezTo>
                  <a:pt x="42533" y="13214"/>
                  <a:pt x="42333" y="13014"/>
                  <a:pt x="42733" y="13014"/>
                </a:cubicBezTo>
                <a:cubicBezTo>
                  <a:pt x="42933" y="13014"/>
                  <a:pt x="43466" y="13615"/>
                  <a:pt x="43466" y="13615"/>
                </a:cubicBezTo>
                <a:cubicBezTo>
                  <a:pt x="43666" y="13615"/>
                  <a:pt x="44466" y="14215"/>
                  <a:pt x="44466" y="14215"/>
                </a:cubicBezTo>
                <a:cubicBezTo>
                  <a:pt x="44666" y="13214"/>
                  <a:pt x="44666" y="13214"/>
                  <a:pt x="44666" y="13214"/>
                </a:cubicBezTo>
                <a:cubicBezTo>
                  <a:pt x="45400" y="12880"/>
                  <a:pt x="45400" y="12880"/>
                  <a:pt x="45400" y="12880"/>
                </a:cubicBezTo>
                <a:cubicBezTo>
                  <a:pt x="45000" y="12480"/>
                  <a:pt x="45000" y="12480"/>
                  <a:pt x="45000" y="12480"/>
                </a:cubicBezTo>
                <a:cubicBezTo>
                  <a:pt x="44800" y="12080"/>
                  <a:pt x="44800" y="12080"/>
                  <a:pt x="44800" y="12080"/>
                </a:cubicBezTo>
                <a:cubicBezTo>
                  <a:pt x="44266" y="11479"/>
                  <a:pt x="44266" y="11479"/>
                  <a:pt x="44266" y="11479"/>
                </a:cubicBezTo>
                <a:cubicBezTo>
                  <a:pt x="44466" y="10878"/>
                  <a:pt x="44466" y="10878"/>
                  <a:pt x="44466" y="10878"/>
                </a:cubicBezTo>
                <a:cubicBezTo>
                  <a:pt x="44466" y="10878"/>
                  <a:pt x="44466" y="10878"/>
                  <a:pt x="44666" y="10878"/>
                </a:cubicBezTo>
                <a:cubicBezTo>
                  <a:pt x="44666" y="10745"/>
                  <a:pt x="45000" y="10545"/>
                  <a:pt x="45000" y="10745"/>
                </a:cubicBezTo>
                <a:cubicBezTo>
                  <a:pt x="45200" y="10745"/>
                  <a:pt x="46000" y="11679"/>
                  <a:pt x="46000" y="11679"/>
                </a:cubicBezTo>
                <a:cubicBezTo>
                  <a:pt x="46600" y="11879"/>
                  <a:pt x="46600" y="11879"/>
                  <a:pt x="46600" y="11879"/>
                </a:cubicBezTo>
                <a:cubicBezTo>
                  <a:pt x="46933" y="11279"/>
                  <a:pt x="46933" y="11279"/>
                  <a:pt x="46933" y="11279"/>
                </a:cubicBezTo>
                <a:cubicBezTo>
                  <a:pt x="47933" y="11279"/>
                  <a:pt x="47933" y="11279"/>
                  <a:pt x="47933" y="11279"/>
                </a:cubicBezTo>
                <a:cubicBezTo>
                  <a:pt x="47933" y="10878"/>
                  <a:pt x="47933" y="10878"/>
                  <a:pt x="47933" y="10878"/>
                </a:cubicBezTo>
                <a:cubicBezTo>
                  <a:pt x="48866" y="10545"/>
                  <a:pt x="48866" y="10545"/>
                  <a:pt x="48866" y="10545"/>
                </a:cubicBezTo>
                <a:cubicBezTo>
                  <a:pt x="47533" y="9543"/>
                  <a:pt x="47533" y="9543"/>
                  <a:pt x="47533" y="9543"/>
                </a:cubicBezTo>
                <a:cubicBezTo>
                  <a:pt x="46933" y="9143"/>
                  <a:pt x="46933" y="9143"/>
                  <a:pt x="46933" y="9143"/>
                </a:cubicBezTo>
                <a:cubicBezTo>
                  <a:pt x="46400" y="9343"/>
                  <a:pt x="46400" y="9343"/>
                  <a:pt x="46400" y="9343"/>
                </a:cubicBezTo>
                <a:cubicBezTo>
                  <a:pt x="46000" y="8809"/>
                  <a:pt x="46000" y="8809"/>
                  <a:pt x="46000" y="8809"/>
                </a:cubicBezTo>
                <a:cubicBezTo>
                  <a:pt x="46400" y="8209"/>
                  <a:pt x="46400" y="8209"/>
                  <a:pt x="46400" y="8209"/>
                </a:cubicBezTo>
                <a:cubicBezTo>
                  <a:pt x="46733" y="7608"/>
                  <a:pt x="46733" y="7608"/>
                  <a:pt x="46733" y="7608"/>
                </a:cubicBezTo>
                <a:cubicBezTo>
                  <a:pt x="46000" y="7007"/>
                  <a:pt x="46000" y="7007"/>
                  <a:pt x="46000" y="7007"/>
                </a:cubicBezTo>
                <a:cubicBezTo>
                  <a:pt x="45200" y="6874"/>
                  <a:pt x="45200" y="6874"/>
                  <a:pt x="45200" y="6874"/>
                </a:cubicBezTo>
                <a:cubicBezTo>
                  <a:pt x="45133" y="6740"/>
                  <a:pt x="45133" y="6674"/>
                  <a:pt x="45066" y="6674"/>
                </a:cubicBezTo>
                <a:cubicBezTo>
                  <a:pt x="48466" y="5672"/>
                  <a:pt x="52000" y="5072"/>
                  <a:pt x="55666" y="4805"/>
                </a:cubicBezTo>
                <a:cubicBezTo>
                  <a:pt x="55666" y="4872"/>
                  <a:pt x="55666" y="5005"/>
                  <a:pt x="55666" y="5072"/>
                </a:cubicBezTo>
                <a:cubicBezTo>
                  <a:pt x="55466" y="5472"/>
                  <a:pt x="55266" y="5472"/>
                  <a:pt x="55066" y="5873"/>
                </a:cubicBezTo>
                <a:cubicBezTo>
                  <a:pt x="54666" y="6473"/>
                  <a:pt x="55666" y="6073"/>
                  <a:pt x="55666" y="6073"/>
                </a:cubicBezTo>
                <a:cubicBezTo>
                  <a:pt x="56600" y="6674"/>
                  <a:pt x="56600" y="6674"/>
                  <a:pt x="56600" y="6674"/>
                </a:cubicBezTo>
                <a:cubicBezTo>
                  <a:pt x="56600" y="6674"/>
                  <a:pt x="56400" y="6674"/>
                  <a:pt x="55866" y="6874"/>
                </a:cubicBezTo>
                <a:cubicBezTo>
                  <a:pt x="55466" y="6874"/>
                  <a:pt x="54866" y="7007"/>
                  <a:pt x="54866" y="7007"/>
                </a:cubicBezTo>
                <a:cubicBezTo>
                  <a:pt x="54666" y="7808"/>
                  <a:pt x="54666" y="7808"/>
                  <a:pt x="54666" y="7808"/>
                </a:cubicBezTo>
                <a:cubicBezTo>
                  <a:pt x="56200" y="7408"/>
                  <a:pt x="56200" y="7408"/>
                  <a:pt x="56200" y="7408"/>
                </a:cubicBezTo>
                <a:cubicBezTo>
                  <a:pt x="56066" y="8008"/>
                  <a:pt x="56066" y="8008"/>
                  <a:pt x="56066" y="8008"/>
                </a:cubicBezTo>
                <a:cubicBezTo>
                  <a:pt x="55066" y="8209"/>
                  <a:pt x="55066" y="8209"/>
                  <a:pt x="55066" y="8209"/>
                </a:cubicBezTo>
                <a:cubicBezTo>
                  <a:pt x="54133" y="9543"/>
                  <a:pt x="54133" y="9543"/>
                  <a:pt x="54133" y="9543"/>
                </a:cubicBezTo>
                <a:cubicBezTo>
                  <a:pt x="53933" y="11879"/>
                  <a:pt x="53933" y="11879"/>
                  <a:pt x="53933" y="11879"/>
                </a:cubicBezTo>
                <a:cubicBezTo>
                  <a:pt x="54133" y="14015"/>
                  <a:pt x="54133" y="14015"/>
                  <a:pt x="54133" y="14015"/>
                </a:cubicBezTo>
                <a:cubicBezTo>
                  <a:pt x="54666" y="15550"/>
                  <a:pt x="54666" y="15550"/>
                  <a:pt x="54666" y="15550"/>
                </a:cubicBezTo>
                <a:cubicBezTo>
                  <a:pt x="55666" y="15750"/>
                  <a:pt x="55666" y="15750"/>
                  <a:pt x="55666" y="15750"/>
                </a:cubicBezTo>
                <a:cubicBezTo>
                  <a:pt x="56800" y="16351"/>
                  <a:pt x="56800" y="16351"/>
                  <a:pt x="56800" y="16351"/>
                </a:cubicBezTo>
                <a:cubicBezTo>
                  <a:pt x="58333" y="16351"/>
                  <a:pt x="58333" y="16351"/>
                  <a:pt x="58333" y="16351"/>
                </a:cubicBezTo>
                <a:cubicBezTo>
                  <a:pt x="59866" y="14215"/>
                  <a:pt x="59866" y="14215"/>
                  <a:pt x="59866" y="14215"/>
                </a:cubicBezTo>
                <a:cubicBezTo>
                  <a:pt x="61466" y="12880"/>
                  <a:pt x="61466" y="12880"/>
                  <a:pt x="61466" y="12880"/>
                </a:cubicBezTo>
                <a:cubicBezTo>
                  <a:pt x="61800" y="12080"/>
                  <a:pt x="61800" y="12080"/>
                  <a:pt x="61800" y="12080"/>
                </a:cubicBezTo>
                <a:cubicBezTo>
                  <a:pt x="62600" y="11479"/>
                  <a:pt x="62600" y="11479"/>
                  <a:pt x="62600" y="11479"/>
                </a:cubicBezTo>
                <a:cubicBezTo>
                  <a:pt x="64133" y="11078"/>
                  <a:pt x="64133" y="11078"/>
                  <a:pt x="64133" y="11078"/>
                </a:cubicBezTo>
                <a:cubicBezTo>
                  <a:pt x="66266" y="10745"/>
                  <a:pt x="66266" y="10745"/>
                  <a:pt x="66266" y="10745"/>
                </a:cubicBezTo>
                <a:cubicBezTo>
                  <a:pt x="66266" y="10745"/>
                  <a:pt x="68200" y="9343"/>
                  <a:pt x="68400" y="9343"/>
                </a:cubicBezTo>
                <a:cubicBezTo>
                  <a:pt x="68600" y="9143"/>
                  <a:pt x="74000" y="7408"/>
                  <a:pt x="74000" y="7408"/>
                </a:cubicBezTo>
                <a:cubicBezTo>
                  <a:pt x="75133" y="7608"/>
                  <a:pt x="75133" y="7608"/>
                  <a:pt x="75133" y="7608"/>
                </a:cubicBezTo>
                <a:cubicBezTo>
                  <a:pt x="75133" y="7608"/>
                  <a:pt x="75266" y="7208"/>
                  <a:pt x="75333" y="6740"/>
                </a:cubicBezTo>
                <a:cubicBezTo>
                  <a:pt x="81266" y="8476"/>
                  <a:pt x="86800" y="11145"/>
                  <a:pt x="91733" y="14616"/>
                </a:cubicBezTo>
                <a:cubicBezTo>
                  <a:pt x="91666" y="14749"/>
                  <a:pt x="91600" y="14883"/>
                  <a:pt x="91600" y="14949"/>
                </a:cubicBezTo>
                <a:cubicBezTo>
                  <a:pt x="91600" y="15150"/>
                  <a:pt x="91600" y="16351"/>
                  <a:pt x="91600" y="16351"/>
                </a:cubicBezTo>
                <a:cubicBezTo>
                  <a:pt x="91600" y="16351"/>
                  <a:pt x="92333" y="16351"/>
                  <a:pt x="92133" y="16551"/>
                </a:cubicBezTo>
                <a:cubicBezTo>
                  <a:pt x="92000" y="16751"/>
                  <a:pt x="92000" y="17486"/>
                  <a:pt x="92000" y="17486"/>
                </a:cubicBezTo>
                <a:cubicBezTo>
                  <a:pt x="92533" y="18086"/>
                  <a:pt x="92533" y="18086"/>
                  <a:pt x="92533" y="18086"/>
                </a:cubicBezTo>
                <a:cubicBezTo>
                  <a:pt x="92533" y="18086"/>
                  <a:pt x="93533" y="18286"/>
                  <a:pt x="93733" y="18286"/>
                </a:cubicBezTo>
                <a:cubicBezTo>
                  <a:pt x="93866" y="18286"/>
                  <a:pt x="94266" y="17886"/>
                  <a:pt x="94266" y="17886"/>
                </a:cubicBezTo>
                <a:cubicBezTo>
                  <a:pt x="94466" y="17886"/>
                  <a:pt x="94866" y="17285"/>
                  <a:pt x="95066" y="17285"/>
                </a:cubicBezTo>
                <a:cubicBezTo>
                  <a:pt x="95066" y="17285"/>
                  <a:pt x="95133" y="17285"/>
                  <a:pt x="95200" y="17285"/>
                </a:cubicBezTo>
                <a:cubicBezTo>
                  <a:pt x="95466" y="17486"/>
                  <a:pt x="95733" y="17753"/>
                  <a:pt x="96000" y="17953"/>
                </a:cubicBezTo>
                <a:cubicBezTo>
                  <a:pt x="96000" y="18020"/>
                  <a:pt x="96000" y="18020"/>
                  <a:pt x="96000" y="18086"/>
                </a:cubicBezTo>
                <a:cubicBezTo>
                  <a:pt x="96200" y="18086"/>
                  <a:pt x="96400" y="18487"/>
                  <a:pt x="96600" y="18820"/>
                </a:cubicBezTo>
                <a:cubicBezTo>
                  <a:pt x="96800" y="19021"/>
                  <a:pt x="97000" y="19421"/>
                  <a:pt x="97000" y="19621"/>
                </a:cubicBezTo>
                <a:cubicBezTo>
                  <a:pt x="96800" y="19621"/>
                  <a:pt x="96600" y="20022"/>
                  <a:pt x="96600" y="20022"/>
                </a:cubicBezTo>
                <a:cubicBezTo>
                  <a:pt x="96600" y="20022"/>
                  <a:pt x="95866" y="20022"/>
                  <a:pt x="95666" y="20222"/>
                </a:cubicBezTo>
                <a:cubicBezTo>
                  <a:pt x="95466" y="20222"/>
                  <a:pt x="95466" y="20222"/>
                  <a:pt x="95466" y="20222"/>
                </a:cubicBezTo>
                <a:cubicBezTo>
                  <a:pt x="95266" y="20222"/>
                  <a:pt x="95666" y="19822"/>
                  <a:pt x="95666" y="19822"/>
                </a:cubicBezTo>
                <a:cubicBezTo>
                  <a:pt x="95866" y="19621"/>
                  <a:pt x="95466" y="19221"/>
                  <a:pt x="95466" y="19221"/>
                </a:cubicBezTo>
                <a:cubicBezTo>
                  <a:pt x="95266" y="19221"/>
                  <a:pt x="95266" y="19021"/>
                  <a:pt x="95266" y="19021"/>
                </a:cubicBezTo>
                <a:cubicBezTo>
                  <a:pt x="95466" y="18820"/>
                  <a:pt x="95466" y="18487"/>
                  <a:pt x="95466" y="18487"/>
                </a:cubicBezTo>
                <a:cubicBezTo>
                  <a:pt x="95466" y="18487"/>
                  <a:pt x="95266" y="18286"/>
                  <a:pt x="95266" y="18487"/>
                </a:cubicBezTo>
                <a:cubicBezTo>
                  <a:pt x="95066" y="18487"/>
                  <a:pt x="94266" y="18820"/>
                  <a:pt x="94266" y="18820"/>
                </a:cubicBezTo>
                <a:cubicBezTo>
                  <a:pt x="94266" y="18820"/>
                  <a:pt x="93733" y="19221"/>
                  <a:pt x="93733" y="19421"/>
                </a:cubicBezTo>
                <a:cubicBezTo>
                  <a:pt x="93733" y="19421"/>
                  <a:pt x="93533" y="20022"/>
                  <a:pt x="93733" y="20422"/>
                </a:cubicBezTo>
                <a:cubicBezTo>
                  <a:pt x="93733" y="20756"/>
                  <a:pt x="94066" y="21357"/>
                  <a:pt x="94066" y="21357"/>
                </a:cubicBezTo>
                <a:cubicBezTo>
                  <a:pt x="94066" y="21357"/>
                  <a:pt x="94466" y="21557"/>
                  <a:pt x="94266" y="21557"/>
                </a:cubicBezTo>
                <a:cubicBezTo>
                  <a:pt x="94066" y="21757"/>
                  <a:pt x="93866" y="22157"/>
                  <a:pt x="93866" y="22157"/>
                </a:cubicBezTo>
                <a:cubicBezTo>
                  <a:pt x="93333" y="22157"/>
                  <a:pt x="93333" y="22157"/>
                  <a:pt x="93333" y="22157"/>
                </a:cubicBezTo>
                <a:cubicBezTo>
                  <a:pt x="92133" y="22358"/>
                  <a:pt x="92133" y="22358"/>
                  <a:pt x="92133" y="22358"/>
                </a:cubicBezTo>
                <a:cubicBezTo>
                  <a:pt x="92000" y="22358"/>
                  <a:pt x="91000" y="22691"/>
                  <a:pt x="91000" y="22691"/>
                </a:cubicBezTo>
                <a:cubicBezTo>
                  <a:pt x="91200" y="22892"/>
                  <a:pt x="90800" y="23893"/>
                  <a:pt x="90800" y="23893"/>
                </a:cubicBezTo>
                <a:cubicBezTo>
                  <a:pt x="89666" y="24627"/>
                  <a:pt x="89666" y="24627"/>
                  <a:pt x="89666" y="24627"/>
                </a:cubicBezTo>
                <a:cubicBezTo>
                  <a:pt x="89466" y="24627"/>
                  <a:pt x="88666" y="24827"/>
                  <a:pt x="88666" y="24827"/>
                </a:cubicBezTo>
                <a:cubicBezTo>
                  <a:pt x="88266" y="25828"/>
                  <a:pt x="88266" y="25828"/>
                  <a:pt x="88266" y="25828"/>
                </a:cubicBezTo>
                <a:cubicBezTo>
                  <a:pt x="87133" y="26429"/>
                  <a:pt x="87133" y="26429"/>
                  <a:pt x="87133" y="26429"/>
                </a:cubicBezTo>
                <a:cubicBezTo>
                  <a:pt x="86333" y="26028"/>
                  <a:pt x="86333" y="26028"/>
                  <a:pt x="86333" y="26028"/>
                </a:cubicBezTo>
                <a:cubicBezTo>
                  <a:pt x="86333" y="25828"/>
                  <a:pt x="86000" y="25628"/>
                  <a:pt x="86000" y="25828"/>
                </a:cubicBezTo>
                <a:cubicBezTo>
                  <a:pt x="86000" y="25828"/>
                  <a:pt x="86200" y="26562"/>
                  <a:pt x="86200" y="26763"/>
                </a:cubicBezTo>
                <a:cubicBezTo>
                  <a:pt x="86200" y="26763"/>
                  <a:pt x="86333" y="27163"/>
                  <a:pt x="86200" y="27163"/>
                </a:cubicBezTo>
                <a:cubicBezTo>
                  <a:pt x="86200" y="26963"/>
                  <a:pt x="85600" y="26763"/>
                  <a:pt x="85600" y="26763"/>
                </a:cubicBezTo>
                <a:cubicBezTo>
                  <a:pt x="85400" y="26763"/>
                  <a:pt x="84600" y="26763"/>
                  <a:pt x="84600" y="26763"/>
                </a:cubicBezTo>
                <a:cubicBezTo>
                  <a:pt x="84266" y="26763"/>
                  <a:pt x="84266" y="26763"/>
                  <a:pt x="84266" y="26763"/>
                </a:cubicBezTo>
                <a:cubicBezTo>
                  <a:pt x="84266" y="26763"/>
                  <a:pt x="83866" y="27163"/>
                  <a:pt x="83866" y="26963"/>
                </a:cubicBezTo>
                <a:cubicBezTo>
                  <a:pt x="83666" y="27163"/>
                  <a:pt x="83666" y="27363"/>
                  <a:pt x="83666" y="27363"/>
                </a:cubicBezTo>
                <a:cubicBezTo>
                  <a:pt x="84066" y="27563"/>
                  <a:pt x="84066" y="27563"/>
                  <a:pt x="84066" y="27563"/>
                </a:cubicBezTo>
                <a:cubicBezTo>
                  <a:pt x="84800" y="27964"/>
                  <a:pt x="84800" y="27964"/>
                  <a:pt x="84800" y="27964"/>
                </a:cubicBezTo>
                <a:cubicBezTo>
                  <a:pt x="85800" y="28498"/>
                  <a:pt x="85800" y="28498"/>
                  <a:pt x="85800" y="28498"/>
                </a:cubicBezTo>
                <a:cubicBezTo>
                  <a:pt x="86000" y="29299"/>
                  <a:pt x="86000" y="29299"/>
                  <a:pt x="86000" y="29299"/>
                </a:cubicBezTo>
                <a:cubicBezTo>
                  <a:pt x="86333" y="30100"/>
                  <a:pt x="86333" y="30100"/>
                  <a:pt x="86333" y="30100"/>
                </a:cubicBezTo>
                <a:cubicBezTo>
                  <a:pt x="86200" y="31635"/>
                  <a:pt x="86200" y="31635"/>
                  <a:pt x="86200" y="31635"/>
                </a:cubicBezTo>
                <a:cubicBezTo>
                  <a:pt x="86000" y="31835"/>
                  <a:pt x="85600" y="32035"/>
                  <a:pt x="85600" y="32035"/>
                </a:cubicBezTo>
                <a:cubicBezTo>
                  <a:pt x="83866" y="32035"/>
                  <a:pt x="83866" y="32035"/>
                  <a:pt x="83866" y="32035"/>
                </a:cubicBezTo>
                <a:cubicBezTo>
                  <a:pt x="83066" y="31835"/>
                  <a:pt x="83066" y="31835"/>
                  <a:pt x="83066" y="31835"/>
                </a:cubicBezTo>
                <a:cubicBezTo>
                  <a:pt x="82866" y="31835"/>
                  <a:pt x="81933" y="32035"/>
                  <a:pt x="81933" y="32035"/>
                </a:cubicBezTo>
                <a:cubicBezTo>
                  <a:pt x="81733" y="31835"/>
                  <a:pt x="81533" y="31835"/>
                  <a:pt x="81533" y="31835"/>
                </a:cubicBezTo>
                <a:cubicBezTo>
                  <a:pt x="81333" y="31635"/>
                  <a:pt x="81333" y="31635"/>
                  <a:pt x="81333" y="31635"/>
                </a:cubicBezTo>
                <a:cubicBezTo>
                  <a:pt x="80733" y="31635"/>
                  <a:pt x="80733" y="31635"/>
                  <a:pt x="80733" y="31635"/>
                </a:cubicBezTo>
                <a:cubicBezTo>
                  <a:pt x="80400" y="32035"/>
                  <a:pt x="80400" y="32035"/>
                  <a:pt x="80400" y="32035"/>
                </a:cubicBezTo>
                <a:cubicBezTo>
                  <a:pt x="80000" y="32035"/>
                  <a:pt x="80000" y="32035"/>
                  <a:pt x="80000" y="32035"/>
                </a:cubicBezTo>
                <a:cubicBezTo>
                  <a:pt x="80000" y="32569"/>
                  <a:pt x="80000" y="32569"/>
                  <a:pt x="80000" y="32569"/>
                </a:cubicBezTo>
                <a:cubicBezTo>
                  <a:pt x="80200" y="33570"/>
                  <a:pt x="80200" y="33570"/>
                  <a:pt x="80200" y="33570"/>
                </a:cubicBezTo>
                <a:cubicBezTo>
                  <a:pt x="80200" y="33570"/>
                  <a:pt x="80200" y="33570"/>
                  <a:pt x="80200" y="33570"/>
                </a:cubicBezTo>
                <a:cubicBezTo>
                  <a:pt x="80200" y="33570"/>
                  <a:pt x="80200" y="33570"/>
                  <a:pt x="80200" y="33570"/>
                </a:cubicBezTo>
                <a:cubicBezTo>
                  <a:pt x="80133" y="33570"/>
                  <a:pt x="80000" y="34705"/>
                  <a:pt x="80000" y="34705"/>
                </a:cubicBezTo>
                <a:cubicBezTo>
                  <a:pt x="80000" y="34705"/>
                  <a:pt x="79400" y="35706"/>
                  <a:pt x="79400" y="35906"/>
                </a:cubicBezTo>
                <a:cubicBezTo>
                  <a:pt x="79400" y="36640"/>
                  <a:pt x="79400" y="36640"/>
                  <a:pt x="79400" y="36640"/>
                </a:cubicBezTo>
                <a:cubicBezTo>
                  <a:pt x="79800" y="37041"/>
                  <a:pt x="79800" y="37041"/>
                  <a:pt x="79800" y="37041"/>
                </a:cubicBezTo>
                <a:cubicBezTo>
                  <a:pt x="79800" y="37641"/>
                  <a:pt x="79800" y="37641"/>
                  <a:pt x="79800" y="37641"/>
                </a:cubicBezTo>
                <a:cubicBezTo>
                  <a:pt x="79600" y="38175"/>
                  <a:pt x="79600" y="38175"/>
                  <a:pt x="79600" y="38175"/>
                </a:cubicBezTo>
                <a:cubicBezTo>
                  <a:pt x="79800" y="38175"/>
                  <a:pt x="80600" y="38175"/>
                  <a:pt x="80600" y="38175"/>
                </a:cubicBezTo>
                <a:cubicBezTo>
                  <a:pt x="80600" y="38042"/>
                  <a:pt x="80933" y="37842"/>
                  <a:pt x="81133" y="38042"/>
                </a:cubicBezTo>
                <a:cubicBezTo>
                  <a:pt x="81133" y="38175"/>
                  <a:pt x="81533" y="38042"/>
                  <a:pt x="81533" y="38175"/>
                </a:cubicBezTo>
                <a:cubicBezTo>
                  <a:pt x="81533" y="38576"/>
                  <a:pt x="81933" y="38976"/>
                  <a:pt x="81933" y="39176"/>
                </a:cubicBezTo>
                <a:cubicBezTo>
                  <a:pt x="82133" y="39176"/>
                  <a:pt x="82133" y="39176"/>
                  <a:pt x="82133" y="39176"/>
                </a:cubicBezTo>
                <a:cubicBezTo>
                  <a:pt x="82133" y="39377"/>
                  <a:pt x="82133" y="39377"/>
                  <a:pt x="82133" y="39377"/>
                </a:cubicBezTo>
                <a:cubicBezTo>
                  <a:pt x="82133" y="39577"/>
                  <a:pt x="82133" y="39577"/>
                  <a:pt x="82133" y="39577"/>
                </a:cubicBezTo>
                <a:cubicBezTo>
                  <a:pt x="81533" y="40912"/>
                  <a:pt x="81533" y="40912"/>
                  <a:pt x="81533" y="40912"/>
                </a:cubicBezTo>
                <a:cubicBezTo>
                  <a:pt x="80000" y="41913"/>
                  <a:pt x="80000" y="41913"/>
                  <a:pt x="80000" y="41913"/>
                </a:cubicBezTo>
                <a:cubicBezTo>
                  <a:pt x="79200" y="42447"/>
                  <a:pt x="79200" y="42447"/>
                  <a:pt x="79200" y="42447"/>
                </a:cubicBezTo>
                <a:cubicBezTo>
                  <a:pt x="79000" y="43047"/>
                  <a:pt x="79000" y="43047"/>
                  <a:pt x="79000" y="43047"/>
                </a:cubicBezTo>
                <a:cubicBezTo>
                  <a:pt x="78666" y="43448"/>
                  <a:pt x="78666" y="43448"/>
                  <a:pt x="78666" y="43448"/>
                </a:cubicBezTo>
                <a:cubicBezTo>
                  <a:pt x="78666" y="44182"/>
                  <a:pt x="78666" y="44182"/>
                  <a:pt x="78666" y="44182"/>
                </a:cubicBezTo>
                <a:cubicBezTo>
                  <a:pt x="78666" y="45183"/>
                  <a:pt x="78666" y="45183"/>
                  <a:pt x="78666" y="45183"/>
                </a:cubicBezTo>
                <a:cubicBezTo>
                  <a:pt x="78666" y="45383"/>
                  <a:pt x="76733" y="47119"/>
                  <a:pt x="76733" y="47119"/>
                </a:cubicBezTo>
                <a:cubicBezTo>
                  <a:pt x="75733" y="47319"/>
                  <a:pt x="75733" y="47319"/>
                  <a:pt x="75733" y="47319"/>
                </a:cubicBezTo>
                <a:cubicBezTo>
                  <a:pt x="75133" y="48253"/>
                  <a:pt x="75133" y="48253"/>
                  <a:pt x="75133" y="48253"/>
                </a:cubicBezTo>
                <a:cubicBezTo>
                  <a:pt x="75133" y="48253"/>
                  <a:pt x="74600" y="48854"/>
                  <a:pt x="74400" y="49054"/>
                </a:cubicBezTo>
                <a:cubicBezTo>
                  <a:pt x="74000" y="49655"/>
                  <a:pt x="74000" y="49655"/>
                  <a:pt x="74000" y="49655"/>
                </a:cubicBezTo>
                <a:cubicBezTo>
                  <a:pt x="74000" y="49655"/>
                  <a:pt x="74000" y="50255"/>
                  <a:pt x="74000" y="50389"/>
                </a:cubicBezTo>
                <a:cubicBezTo>
                  <a:pt x="74000" y="50189"/>
                  <a:pt x="73066" y="51190"/>
                  <a:pt x="73066" y="51190"/>
                </a:cubicBezTo>
                <a:cubicBezTo>
                  <a:pt x="73066" y="51190"/>
                  <a:pt x="72866" y="52324"/>
                  <a:pt x="72666" y="52525"/>
                </a:cubicBezTo>
                <a:cubicBezTo>
                  <a:pt x="72666" y="52525"/>
                  <a:pt x="72266" y="53325"/>
                  <a:pt x="72066" y="53325"/>
                </a:cubicBezTo>
                <a:cubicBezTo>
                  <a:pt x="72066" y="53325"/>
                  <a:pt x="71866" y="53859"/>
                  <a:pt x="71866" y="54060"/>
                </a:cubicBezTo>
                <a:cubicBezTo>
                  <a:pt x="72266" y="54460"/>
                  <a:pt x="72266" y="54460"/>
                  <a:pt x="72266" y="54460"/>
                </a:cubicBezTo>
                <a:cubicBezTo>
                  <a:pt x="72266" y="54460"/>
                  <a:pt x="72466" y="55061"/>
                  <a:pt x="72666" y="55061"/>
                </a:cubicBezTo>
                <a:cubicBezTo>
                  <a:pt x="72666" y="55261"/>
                  <a:pt x="72666" y="55261"/>
                  <a:pt x="72666" y="55261"/>
                </a:cubicBezTo>
                <a:cubicBezTo>
                  <a:pt x="72266" y="55595"/>
                  <a:pt x="72266" y="55595"/>
                  <a:pt x="72266" y="55595"/>
                </a:cubicBezTo>
                <a:cubicBezTo>
                  <a:pt x="72666" y="56195"/>
                  <a:pt x="72666" y="56195"/>
                  <a:pt x="72666" y="56195"/>
                </a:cubicBezTo>
                <a:cubicBezTo>
                  <a:pt x="72666" y="57730"/>
                  <a:pt x="72666" y="57730"/>
                  <a:pt x="72666" y="57730"/>
                </a:cubicBezTo>
                <a:cubicBezTo>
                  <a:pt x="72266" y="58731"/>
                  <a:pt x="72266" y="58731"/>
                  <a:pt x="72266" y="58731"/>
                </a:cubicBezTo>
                <a:cubicBezTo>
                  <a:pt x="72066" y="59666"/>
                  <a:pt x="72066" y="59666"/>
                  <a:pt x="72066" y="59666"/>
                </a:cubicBezTo>
                <a:cubicBezTo>
                  <a:pt x="71466" y="60266"/>
                  <a:pt x="71466" y="60266"/>
                  <a:pt x="71466" y="60266"/>
                </a:cubicBezTo>
                <a:cubicBezTo>
                  <a:pt x="71466" y="60467"/>
                  <a:pt x="71466" y="60467"/>
                  <a:pt x="71466" y="60467"/>
                </a:cubicBezTo>
                <a:cubicBezTo>
                  <a:pt x="71866" y="60867"/>
                  <a:pt x="71866" y="60867"/>
                  <a:pt x="71866" y="60867"/>
                </a:cubicBezTo>
                <a:cubicBezTo>
                  <a:pt x="72066" y="61401"/>
                  <a:pt x="72066" y="61401"/>
                  <a:pt x="72066" y="61401"/>
                </a:cubicBezTo>
                <a:cubicBezTo>
                  <a:pt x="71866" y="61802"/>
                  <a:pt x="71866" y="61802"/>
                  <a:pt x="71866" y="61802"/>
                </a:cubicBezTo>
                <a:cubicBezTo>
                  <a:pt x="71866" y="62402"/>
                  <a:pt x="71866" y="62402"/>
                  <a:pt x="71866" y="62402"/>
                </a:cubicBezTo>
                <a:cubicBezTo>
                  <a:pt x="72266" y="63337"/>
                  <a:pt x="72266" y="63337"/>
                  <a:pt x="72266" y="63337"/>
                </a:cubicBezTo>
                <a:cubicBezTo>
                  <a:pt x="72666" y="63537"/>
                  <a:pt x="72666" y="63537"/>
                  <a:pt x="72666" y="63537"/>
                </a:cubicBezTo>
                <a:cubicBezTo>
                  <a:pt x="72866" y="63337"/>
                  <a:pt x="73600" y="63937"/>
                  <a:pt x="73600" y="64137"/>
                </a:cubicBezTo>
                <a:cubicBezTo>
                  <a:pt x="73800" y="64338"/>
                  <a:pt x="74600" y="65472"/>
                  <a:pt x="74600" y="65472"/>
                </a:cubicBezTo>
                <a:cubicBezTo>
                  <a:pt x="74800" y="65672"/>
                  <a:pt x="74800" y="65672"/>
                  <a:pt x="74800" y="65672"/>
                </a:cubicBezTo>
                <a:cubicBezTo>
                  <a:pt x="75133" y="67208"/>
                  <a:pt x="75133" y="67208"/>
                  <a:pt x="75133" y="67208"/>
                </a:cubicBezTo>
                <a:cubicBezTo>
                  <a:pt x="75133" y="67208"/>
                  <a:pt x="77466" y="69143"/>
                  <a:pt x="77466" y="68943"/>
                </a:cubicBezTo>
                <a:cubicBezTo>
                  <a:pt x="79800" y="70745"/>
                  <a:pt x="79800" y="70745"/>
                  <a:pt x="79800" y="70745"/>
                </a:cubicBezTo>
                <a:cubicBezTo>
                  <a:pt x="81533" y="69744"/>
                  <a:pt x="81533" y="69744"/>
                  <a:pt x="81533" y="69744"/>
                </a:cubicBezTo>
                <a:cubicBezTo>
                  <a:pt x="81533" y="69944"/>
                  <a:pt x="83066" y="69744"/>
                  <a:pt x="83066" y="69744"/>
                </a:cubicBezTo>
                <a:cubicBezTo>
                  <a:pt x="84066" y="69944"/>
                  <a:pt x="84066" y="69944"/>
                  <a:pt x="84066" y="69944"/>
                </a:cubicBezTo>
                <a:cubicBezTo>
                  <a:pt x="84600" y="70144"/>
                  <a:pt x="84600" y="70144"/>
                  <a:pt x="84600" y="70144"/>
                </a:cubicBezTo>
                <a:cubicBezTo>
                  <a:pt x="87333" y="68943"/>
                  <a:pt x="87333" y="68943"/>
                  <a:pt x="87333" y="68943"/>
                </a:cubicBezTo>
                <a:cubicBezTo>
                  <a:pt x="87733" y="68609"/>
                  <a:pt x="87733" y="68609"/>
                  <a:pt x="87733" y="68609"/>
                </a:cubicBezTo>
                <a:cubicBezTo>
                  <a:pt x="89666" y="68609"/>
                  <a:pt x="89666" y="68609"/>
                  <a:pt x="89666" y="68609"/>
                </a:cubicBezTo>
                <a:cubicBezTo>
                  <a:pt x="90600" y="68943"/>
                  <a:pt x="90600" y="68943"/>
                  <a:pt x="90600" y="68943"/>
                </a:cubicBezTo>
                <a:cubicBezTo>
                  <a:pt x="91200" y="69944"/>
                  <a:pt x="91200" y="69944"/>
                  <a:pt x="91200" y="69944"/>
                </a:cubicBezTo>
                <a:cubicBezTo>
                  <a:pt x="91200" y="70144"/>
                  <a:pt x="91600" y="70945"/>
                  <a:pt x="91600" y="70745"/>
                </a:cubicBezTo>
                <a:cubicBezTo>
                  <a:pt x="91800" y="70745"/>
                  <a:pt x="93866" y="70545"/>
                  <a:pt x="93866" y="70545"/>
                </a:cubicBezTo>
                <a:cubicBezTo>
                  <a:pt x="94066" y="70545"/>
                  <a:pt x="95066" y="71479"/>
                  <a:pt x="95066" y="71479"/>
                </a:cubicBezTo>
                <a:cubicBezTo>
                  <a:pt x="94866" y="72480"/>
                  <a:pt x="94866" y="72480"/>
                  <a:pt x="94866" y="72480"/>
                </a:cubicBezTo>
                <a:cubicBezTo>
                  <a:pt x="94866" y="74015"/>
                  <a:pt x="94866" y="74015"/>
                  <a:pt x="94866" y="74015"/>
                </a:cubicBezTo>
                <a:cubicBezTo>
                  <a:pt x="94466" y="74616"/>
                  <a:pt x="94466" y="74616"/>
                  <a:pt x="94466" y="74616"/>
                </a:cubicBezTo>
                <a:cubicBezTo>
                  <a:pt x="94066" y="75350"/>
                  <a:pt x="94066" y="75350"/>
                  <a:pt x="94066" y="75350"/>
                </a:cubicBezTo>
                <a:cubicBezTo>
                  <a:pt x="94066" y="75750"/>
                  <a:pt x="94066" y="75750"/>
                  <a:pt x="94066" y="75750"/>
                </a:cubicBezTo>
                <a:cubicBezTo>
                  <a:pt x="96400" y="79021"/>
                  <a:pt x="96400" y="79021"/>
                  <a:pt x="96400" y="79021"/>
                </a:cubicBezTo>
                <a:cubicBezTo>
                  <a:pt x="96400" y="79221"/>
                  <a:pt x="97000" y="80422"/>
                  <a:pt x="97000" y="80422"/>
                </a:cubicBezTo>
                <a:cubicBezTo>
                  <a:pt x="97600" y="82157"/>
                  <a:pt x="97600" y="82157"/>
                  <a:pt x="97600" y="82157"/>
                </a:cubicBezTo>
                <a:cubicBezTo>
                  <a:pt x="97933" y="83092"/>
                  <a:pt x="97933" y="83092"/>
                  <a:pt x="97933" y="83092"/>
                </a:cubicBezTo>
                <a:cubicBezTo>
                  <a:pt x="97600" y="83692"/>
                  <a:pt x="97600" y="83692"/>
                  <a:pt x="97600" y="83692"/>
                </a:cubicBezTo>
                <a:cubicBezTo>
                  <a:pt x="98133" y="85428"/>
                  <a:pt x="98133" y="85428"/>
                  <a:pt x="98133" y="85428"/>
                </a:cubicBezTo>
                <a:cubicBezTo>
                  <a:pt x="97933" y="86963"/>
                  <a:pt x="97933" y="86963"/>
                  <a:pt x="97933" y="86963"/>
                </a:cubicBezTo>
                <a:cubicBezTo>
                  <a:pt x="97000" y="89098"/>
                  <a:pt x="97000" y="89098"/>
                  <a:pt x="97000" y="89098"/>
                </a:cubicBezTo>
                <a:cubicBezTo>
                  <a:pt x="96600" y="90634"/>
                  <a:pt x="96600" y="90634"/>
                  <a:pt x="96600" y="90634"/>
                </a:cubicBezTo>
                <a:cubicBezTo>
                  <a:pt x="96800" y="92769"/>
                  <a:pt x="96800" y="92769"/>
                  <a:pt x="96800" y="92769"/>
                </a:cubicBezTo>
                <a:cubicBezTo>
                  <a:pt x="97933" y="95105"/>
                  <a:pt x="97933" y="95105"/>
                  <a:pt x="97933" y="95105"/>
                </a:cubicBezTo>
                <a:cubicBezTo>
                  <a:pt x="99133" y="98042"/>
                  <a:pt x="99133" y="98042"/>
                  <a:pt x="99133" y="98042"/>
                </a:cubicBezTo>
                <a:cubicBezTo>
                  <a:pt x="99133" y="98442"/>
                  <a:pt x="99200" y="98776"/>
                  <a:pt x="99200" y="99043"/>
                </a:cubicBezTo>
                <a:cubicBezTo>
                  <a:pt x="89133" y="109121"/>
                  <a:pt x="75266" y="115328"/>
                  <a:pt x="60000" y="1153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8" name="CustomShape 2"/>
          <p:cNvSpPr/>
          <p:nvPr/>
        </p:nvSpPr>
        <p:spPr>
          <a:xfrm>
            <a:off x="6670440" y="2683080"/>
            <a:ext cx="106920" cy="1044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28965" y="120000"/>
                </a:moveTo>
                <a:cubicBezTo>
                  <a:pt x="47586" y="113454"/>
                  <a:pt x="47586" y="113454"/>
                  <a:pt x="47586" y="113454"/>
                </a:cubicBezTo>
                <a:cubicBezTo>
                  <a:pt x="66206" y="106909"/>
                  <a:pt x="66206" y="106909"/>
                  <a:pt x="66206" y="106909"/>
                </a:cubicBezTo>
                <a:cubicBezTo>
                  <a:pt x="72413" y="100363"/>
                  <a:pt x="72413" y="100363"/>
                  <a:pt x="72413" y="100363"/>
                </a:cubicBezTo>
                <a:cubicBezTo>
                  <a:pt x="95172" y="100363"/>
                  <a:pt x="95172" y="100363"/>
                  <a:pt x="95172" y="100363"/>
                </a:cubicBezTo>
                <a:cubicBezTo>
                  <a:pt x="101379" y="87272"/>
                  <a:pt x="101379" y="87272"/>
                  <a:pt x="101379" y="87272"/>
                </a:cubicBezTo>
                <a:cubicBezTo>
                  <a:pt x="107586" y="74181"/>
                  <a:pt x="107586" y="74181"/>
                  <a:pt x="107586" y="74181"/>
                </a:cubicBezTo>
                <a:cubicBezTo>
                  <a:pt x="107586" y="37090"/>
                  <a:pt x="107586" y="37090"/>
                  <a:pt x="107586" y="37090"/>
                </a:cubicBezTo>
                <a:cubicBezTo>
                  <a:pt x="120000" y="30545"/>
                  <a:pt x="120000" y="30545"/>
                  <a:pt x="120000" y="30545"/>
                </a:cubicBezTo>
                <a:cubicBezTo>
                  <a:pt x="120000" y="4363"/>
                  <a:pt x="120000" y="4363"/>
                  <a:pt x="120000" y="4363"/>
                </a:cubicBezTo>
                <a:cubicBezTo>
                  <a:pt x="95172" y="0"/>
                  <a:pt x="95172" y="0"/>
                  <a:pt x="95172" y="0"/>
                </a:cubicBezTo>
                <a:cubicBezTo>
                  <a:pt x="78620" y="0"/>
                  <a:pt x="78620" y="0"/>
                  <a:pt x="78620" y="0"/>
                </a:cubicBezTo>
                <a:cubicBezTo>
                  <a:pt x="66206" y="4363"/>
                  <a:pt x="66206" y="4363"/>
                  <a:pt x="66206" y="4363"/>
                </a:cubicBezTo>
                <a:cubicBezTo>
                  <a:pt x="53793" y="10909"/>
                  <a:pt x="53793" y="10909"/>
                  <a:pt x="53793" y="10909"/>
                </a:cubicBezTo>
                <a:cubicBezTo>
                  <a:pt x="53793" y="10909"/>
                  <a:pt x="41379" y="24000"/>
                  <a:pt x="47586" y="24000"/>
                </a:cubicBezTo>
                <a:cubicBezTo>
                  <a:pt x="47586" y="17454"/>
                  <a:pt x="53793" y="24000"/>
                  <a:pt x="53793" y="24000"/>
                </a:cubicBezTo>
                <a:cubicBezTo>
                  <a:pt x="53793" y="30545"/>
                  <a:pt x="47586" y="30545"/>
                  <a:pt x="47586" y="30545"/>
                </a:cubicBezTo>
                <a:cubicBezTo>
                  <a:pt x="35172" y="30545"/>
                  <a:pt x="35172" y="30545"/>
                  <a:pt x="35172" y="30545"/>
                </a:cubicBezTo>
                <a:cubicBezTo>
                  <a:pt x="28965" y="30545"/>
                  <a:pt x="28965" y="30545"/>
                  <a:pt x="28965" y="30545"/>
                </a:cubicBezTo>
                <a:cubicBezTo>
                  <a:pt x="18620" y="30545"/>
                  <a:pt x="18620" y="30545"/>
                  <a:pt x="18620" y="30545"/>
                </a:cubicBezTo>
                <a:cubicBezTo>
                  <a:pt x="12413" y="37090"/>
                  <a:pt x="12413" y="37090"/>
                  <a:pt x="12413" y="37090"/>
                </a:cubicBezTo>
                <a:cubicBezTo>
                  <a:pt x="18620" y="50181"/>
                  <a:pt x="18620" y="50181"/>
                  <a:pt x="18620" y="50181"/>
                </a:cubicBezTo>
                <a:cubicBezTo>
                  <a:pt x="12413" y="56727"/>
                  <a:pt x="12413" y="56727"/>
                  <a:pt x="12413" y="56727"/>
                </a:cubicBezTo>
                <a:cubicBezTo>
                  <a:pt x="18620" y="61090"/>
                  <a:pt x="18620" y="61090"/>
                  <a:pt x="18620" y="61090"/>
                </a:cubicBezTo>
                <a:cubicBezTo>
                  <a:pt x="28965" y="67636"/>
                  <a:pt x="28965" y="67636"/>
                  <a:pt x="28965" y="67636"/>
                </a:cubicBezTo>
                <a:cubicBezTo>
                  <a:pt x="28965" y="80727"/>
                  <a:pt x="28965" y="80727"/>
                  <a:pt x="28965" y="80727"/>
                </a:cubicBezTo>
                <a:cubicBezTo>
                  <a:pt x="18620" y="80727"/>
                  <a:pt x="18620" y="80727"/>
                  <a:pt x="18620" y="80727"/>
                </a:cubicBezTo>
                <a:cubicBezTo>
                  <a:pt x="6206" y="93818"/>
                  <a:pt x="6206" y="93818"/>
                  <a:pt x="6206" y="93818"/>
                </a:cubicBezTo>
                <a:cubicBezTo>
                  <a:pt x="0" y="106909"/>
                  <a:pt x="0" y="106909"/>
                  <a:pt x="0" y="106909"/>
                </a:cubicBezTo>
                <a:cubicBezTo>
                  <a:pt x="12413" y="113454"/>
                  <a:pt x="12413" y="113454"/>
                  <a:pt x="12413" y="113454"/>
                </a:cubicBezTo>
                <a:cubicBezTo>
                  <a:pt x="28965" y="120000"/>
                  <a:pt x="28965" y="120000"/>
                  <a:pt x="28965" y="120000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CustomShape 3"/>
          <p:cNvSpPr/>
          <p:nvPr/>
        </p:nvSpPr>
        <p:spPr>
          <a:xfrm>
            <a:off x="6763320" y="2579040"/>
            <a:ext cx="168840" cy="2448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4000" y="45801"/>
                </a:moveTo>
                <a:cubicBezTo>
                  <a:pt x="8000" y="48549"/>
                  <a:pt x="12000" y="48549"/>
                  <a:pt x="8000" y="51297"/>
                </a:cubicBezTo>
                <a:cubicBezTo>
                  <a:pt x="16000" y="51297"/>
                  <a:pt x="16000" y="51297"/>
                  <a:pt x="16000" y="51297"/>
                </a:cubicBezTo>
                <a:cubicBezTo>
                  <a:pt x="24000" y="51297"/>
                  <a:pt x="24000" y="51297"/>
                  <a:pt x="24000" y="51297"/>
                </a:cubicBezTo>
                <a:cubicBezTo>
                  <a:pt x="20000" y="55877"/>
                  <a:pt x="20000" y="55877"/>
                  <a:pt x="20000" y="55877"/>
                </a:cubicBezTo>
                <a:cubicBezTo>
                  <a:pt x="20000" y="58625"/>
                  <a:pt x="20000" y="58625"/>
                  <a:pt x="20000" y="58625"/>
                </a:cubicBezTo>
                <a:cubicBezTo>
                  <a:pt x="24000" y="61374"/>
                  <a:pt x="28000" y="58625"/>
                  <a:pt x="28000" y="58625"/>
                </a:cubicBezTo>
                <a:cubicBezTo>
                  <a:pt x="28000" y="58625"/>
                  <a:pt x="38666" y="58625"/>
                  <a:pt x="42666" y="58625"/>
                </a:cubicBezTo>
                <a:cubicBezTo>
                  <a:pt x="38666" y="61374"/>
                  <a:pt x="38666" y="61374"/>
                  <a:pt x="38666" y="61374"/>
                </a:cubicBezTo>
                <a:cubicBezTo>
                  <a:pt x="46666" y="66870"/>
                  <a:pt x="46666" y="66870"/>
                  <a:pt x="46666" y="66870"/>
                </a:cubicBezTo>
                <a:cubicBezTo>
                  <a:pt x="46666" y="75114"/>
                  <a:pt x="46666" y="75114"/>
                  <a:pt x="46666" y="75114"/>
                </a:cubicBezTo>
                <a:cubicBezTo>
                  <a:pt x="50666" y="76946"/>
                  <a:pt x="42666" y="76946"/>
                  <a:pt x="42666" y="76946"/>
                </a:cubicBezTo>
                <a:cubicBezTo>
                  <a:pt x="42666" y="76946"/>
                  <a:pt x="34666" y="76946"/>
                  <a:pt x="30666" y="76946"/>
                </a:cubicBezTo>
                <a:cubicBezTo>
                  <a:pt x="30666" y="76946"/>
                  <a:pt x="28000" y="79694"/>
                  <a:pt x="24000" y="82442"/>
                </a:cubicBezTo>
                <a:cubicBezTo>
                  <a:pt x="20000" y="85190"/>
                  <a:pt x="24000" y="85190"/>
                  <a:pt x="24000" y="85190"/>
                </a:cubicBezTo>
                <a:cubicBezTo>
                  <a:pt x="30666" y="85190"/>
                  <a:pt x="30666" y="85190"/>
                  <a:pt x="30666" y="85190"/>
                </a:cubicBezTo>
                <a:cubicBezTo>
                  <a:pt x="30666" y="87938"/>
                  <a:pt x="30666" y="87938"/>
                  <a:pt x="30666" y="87938"/>
                </a:cubicBezTo>
                <a:cubicBezTo>
                  <a:pt x="30666" y="90687"/>
                  <a:pt x="28000" y="90687"/>
                  <a:pt x="24000" y="90687"/>
                </a:cubicBezTo>
                <a:cubicBezTo>
                  <a:pt x="12000" y="93435"/>
                  <a:pt x="12000" y="93435"/>
                  <a:pt x="12000" y="93435"/>
                </a:cubicBezTo>
                <a:cubicBezTo>
                  <a:pt x="16000" y="98931"/>
                  <a:pt x="16000" y="98931"/>
                  <a:pt x="16000" y="98931"/>
                </a:cubicBezTo>
                <a:cubicBezTo>
                  <a:pt x="24000" y="101679"/>
                  <a:pt x="24000" y="101679"/>
                  <a:pt x="24000" y="101679"/>
                </a:cubicBezTo>
                <a:cubicBezTo>
                  <a:pt x="34666" y="101679"/>
                  <a:pt x="34666" y="101679"/>
                  <a:pt x="34666" y="101679"/>
                </a:cubicBezTo>
                <a:cubicBezTo>
                  <a:pt x="38666" y="103511"/>
                  <a:pt x="38666" y="103511"/>
                  <a:pt x="38666" y="103511"/>
                </a:cubicBezTo>
                <a:cubicBezTo>
                  <a:pt x="38666" y="103511"/>
                  <a:pt x="30666" y="103511"/>
                  <a:pt x="28000" y="103511"/>
                </a:cubicBezTo>
                <a:cubicBezTo>
                  <a:pt x="28000" y="101679"/>
                  <a:pt x="20000" y="109007"/>
                  <a:pt x="20000" y="109007"/>
                </a:cubicBezTo>
                <a:cubicBezTo>
                  <a:pt x="16000" y="111755"/>
                  <a:pt x="16000" y="111755"/>
                  <a:pt x="16000" y="111755"/>
                </a:cubicBezTo>
                <a:cubicBezTo>
                  <a:pt x="4000" y="120000"/>
                  <a:pt x="4000" y="120000"/>
                  <a:pt x="4000" y="120000"/>
                </a:cubicBezTo>
                <a:cubicBezTo>
                  <a:pt x="12000" y="120000"/>
                  <a:pt x="12000" y="120000"/>
                  <a:pt x="12000" y="120000"/>
                </a:cubicBezTo>
                <a:cubicBezTo>
                  <a:pt x="16000" y="117251"/>
                  <a:pt x="16000" y="117251"/>
                  <a:pt x="16000" y="117251"/>
                </a:cubicBezTo>
                <a:cubicBezTo>
                  <a:pt x="24000" y="117251"/>
                  <a:pt x="24000" y="117251"/>
                  <a:pt x="24000" y="117251"/>
                </a:cubicBezTo>
                <a:cubicBezTo>
                  <a:pt x="34666" y="117251"/>
                  <a:pt x="34666" y="117251"/>
                  <a:pt x="34666" y="117251"/>
                </a:cubicBezTo>
                <a:cubicBezTo>
                  <a:pt x="42666" y="111755"/>
                  <a:pt x="42666" y="111755"/>
                  <a:pt x="42666" y="111755"/>
                </a:cubicBezTo>
                <a:cubicBezTo>
                  <a:pt x="46666" y="111755"/>
                  <a:pt x="58666" y="111755"/>
                  <a:pt x="58666" y="111755"/>
                </a:cubicBezTo>
                <a:cubicBezTo>
                  <a:pt x="73333" y="109007"/>
                  <a:pt x="73333" y="109007"/>
                  <a:pt x="73333" y="109007"/>
                </a:cubicBezTo>
                <a:cubicBezTo>
                  <a:pt x="73333" y="111755"/>
                  <a:pt x="85333" y="111755"/>
                  <a:pt x="85333" y="111755"/>
                </a:cubicBezTo>
                <a:cubicBezTo>
                  <a:pt x="89333" y="111755"/>
                  <a:pt x="108000" y="109007"/>
                  <a:pt x="108000" y="109007"/>
                </a:cubicBezTo>
                <a:cubicBezTo>
                  <a:pt x="112000" y="103511"/>
                  <a:pt x="112000" y="103511"/>
                  <a:pt x="112000" y="103511"/>
                </a:cubicBezTo>
                <a:cubicBezTo>
                  <a:pt x="112000" y="101679"/>
                  <a:pt x="108000" y="101679"/>
                  <a:pt x="104000" y="98931"/>
                </a:cubicBezTo>
                <a:cubicBezTo>
                  <a:pt x="112000" y="96183"/>
                  <a:pt x="112000" y="96183"/>
                  <a:pt x="112000" y="96183"/>
                </a:cubicBezTo>
                <a:cubicBezTo>
                  <a:pt x="116000" y="96183"/>
                  <a:pt x="116000" y="90687"/>
                  <a:pt x="120000" y="90687"/>
                </a:cubicBezTo>
                <a:cubicBezTo>
                  <a:pt x="120000" y="87938"/>
                  <a:pt x="116000" y="85190"/>
                  <a:pt x="116000" y="82442"/>
                </a:cubicBezTo>
                <a:cubicBezTo>
                  <a:pt x="108000" y="82442"/>
                  <a:pt x="108000" y="82442"/>
                  <a:pt x="108000" y="82442"/>
                </a:cubicBezTo>
                <a:cubicBezTo>
                  <a:pt x="104000" y="82442"/>
                  <a:pt x="97333" y="82442"/>
                  <a:pt x="97333" y="82442"/>
                </a:cubicBezTo>
                <a:cubicBezTo>
                  <a:pt x="97333" y="75114"/>
                  <a:pt x="97333" y="75114"/>
                  <a:pt x="97333" y="75114"/>
                </a:cubicBezTo>
                <a:cubicBezTo>
                  <a:pt x="73333" y="53129"/>
                  <a:pt x="73333" y="53129"/>
                  <a:pt x="73333" y="53129"/>
                </a:cubicBezTo>
                <a:cubicBezTo>
                  <a:pt x="73333" y="51297"/>
                  <a:pt x="69333" y="45801"/>
                  <a:pt x="65333" y="45801"/>
                </a:cubicBezTo>
                <a:cubicBezTo>
                  <a:pt x="62666" y="45801"/>
                  <a:pt x="62666" y="43053"/>
                  <a:pt x="58666" y="40305"/>
                </a:cubicBezTo>
                <a:cubicBezTo>
                  <a:pt x="54666" y="37557"/>
                  <a:pt x="62666" y="34809"/>
                  <a:pt x="62666" y="34809"/>
                </a:cubicBezTo>
                <a:cubicBezTo>
                  <a:pt x="62666" y="34809"/>
                  <a:pt x="69333" y="29312"/>
                  <a:pt x="69333" y="26564"/>
                </a:cubicBezTo>
                <a:cubicBezTo>
                  <a:pt x="73333" y="26564"/>
                  <a:pt x="69333" y="21984"/>
                  <a:pt x="69333" y="21984"/>
                </a:cubicBezTo>
                <a:cubicBezTo>
                  <a:pt x="65333" y="21984"/>
                  <a:pt x="50666" y="21984"/>
                  <a:pt x="50666" y="21984"/>
                </a:cubicBezTo>
                <a:cubicBezTo>
                  <a:pt x="46666" y="19236"/>
                  <a:pt x="46666" y="19236"/>
                  <a:pt x="46666" y="19236"/>
                </a:cubicBezTo>
                <a:cubicBezTo>
                  <a:pt x="46666" y="16488"/>
                  <a:pt x="50666" y="16488"/>
                  <a:pt x="54666" y="16488"/>
                </a:cubicBezTo>
                <a:cubicBezTo>
                  <a:pt x="54666" y="16488"/>
                  <a:pt x="62666" y="5496"/>
                  <a:pt x="65333" y="2748"/>
                </a:cubicBezTo>
                <a:cubicBezTo>
                  <a:pt x="62666" y="0"/>
                  <a:pt x="62666" y="0"/>
                  <a:pt x="62666" y="0"/>
                </a:cubicBezTo>
                <a:cubicBezTo>
                  <a:pt x="58666" y="2748"/>
                  <a:pt x="58666" y="2748"/>
                  <a:pt x="58666" y="2748"/>
                </a:cubicBezTo>
                <a:cubicBezTo>
                  <a:pt x="50666" y="8244"/>
                  <a:pt x="50666" y="8244"/>
                  <a:pt x="50666" y="8244"/>
                </a:cubicBezTo>
                <a:cubicBezTo>
                  <a:pt x="50666" y="8244"/>
                  <a:pt x="42666" y="10992"/>
                  <a:pt x="42666" y="8244"/>
                </a:cubicBezTo>
                <a:cubicBezTo>
                  <a:pt x="38666" y="8244"/>
                  <a:pt x="34666" y="8244"/>
                  <a:pt x="30666" y="8244"/>
                </a:cubicBezTo>
                <a:cubicBezTo>
                  <a:pt x="28000" y="13740"/>
                  <a:pt x="28000" y="13740"/>
                  <a:pt x="28000" y="13740"/>
                </a:cubicBezTo>
                <a:cubicBezTo>
                  <a:pt x="28000" y="13740"/>
                  <a:pt x="20000" y="19236"/>
                  <a:pt x="16000" y="19236"/>
                </a:cubicBezTo>
                <a:cubicBezTo>
                  <a:pt x="8000" y="24732"/>
                  <a:pt x="8000" y="24732"/>
                  <a:pt x="8000" y="24732"/>
                </a:cubicBezTo>
                <a:cubicBezTo>
                  <a:pt x="8000" y="29312"/>
                  <a:pt x="8000" y="29312"/>
                  <a:pt x="8000" y="29312"/>
                </a:cubicBezTo>
                <a:cubicBezTo>
                  <a:pt x="8000" y="29312"/>
                  <a:pt x="8000" y="32061"/>
                  <a:pt x="4000" y="32061"/>
                </a:cubicBezTo>
                <a:cubicBezTo>
                  <a:pt x="8000" y="37557"/>
                  <a:pt x="8000" y="37557"/>
                  <a:pt x="8000" y="37557"/>
                </a:cubicBezTo>
                <a:cubicBezTo>
                  <a:pt x="12000" y="40305"/>
                  <a:pt x="12000" y="40305"/>
                  <a:pt x="12000" y="40305"/>
                </a:cubicBezTo>
                <a:cubicBezTo>
                  <a:pt x="12000" y="40305"/>
                  <a:pt x="12000" y="43053"/>
                  <a:pt x="8000" y="43053"/>
                </a:cubicBezTo>
                <a:cubicBezTo>
                  <a:pt x="4000" y="40305"/>
                  <a:pt x="0" y="45801"/>
                  <a:pt x="4000" y="45801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CustomShape 4"/>
          <p:cNvSpPr/>
          <p:nvPr/>
        </p:nvSpPr>
        <p:spPr>
          <a:xfrm>
            <a:off x="5329800" y="3922920"/>
            <a:ext cx="5760" cy="36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120000"/>
                </a:moveTo>
                <a:cubicBezTo>
                  <a:pt x="60000" y="120000"/>
                  <a:pt x="90000" y="120000"/>
                  <a:pt x="120000" y="120000"/>
                </a:cubicBezTo>
                <a:cubicBezTo>
                  <a:pt x="120000" y="0"/>
                  <a:pt x="60000" y="0"/>
                  <a:pt x="0" y="120000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1" name="CustomShape 5"/>
          <p:cNvSpPr/>
          <p:nvPr/>
        </p:nvSpPr>
        <p:spPr>
          <a:xfrm>
            <a:off x="6454080" y="2401920"/>
            <a:ext cx="196920" cy="7344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26538" y="42000"/>
                </a:moveTo>
                <a:cubicBezTo>
                  <a:pt x="26538" y="69000"/>
                  <a:pt x="26538" y="69000"/>
                  <a:pt x="26538" y="69000"/>
                </a:cubicBezTo>
                <a:cubicBezTo>
                  <a:pt x="26538" y="69000"/>
                  <a:pt x="47307" y="102000"/>
                  <a:pt x="43846" y="111000"/>
                </a:cubicBezTo>
                <a:cubicBezTo>
                  <a:pt x="40384" y="120000"/>
                  <a:pt x="77307" y="102000"/>
                  <a:pt x="77307" y="102000"/>
                </a:cubicBezTo>
                <a:cubicBezTo>
                  <a:pt x="113076" y="69000"/>
                  <a:pt x="113076" y="69000"/>
                  <a:pt x="113076" y="69000"/>
                </a:cubicBezTo>
                <a:cubicBezTo>
                  <a:pt x="120000" y="33000"/>
                  <a:pt x="120000" y="33000"/>
                  <a:pt x="120000" y="33000"/>
                </a:cubicBezTo>
                <a:cubicBezTo>
                  <a:pt x="107307" y="6000"/>
                  <a:pt x="107307" y="6000"/>
                  <a:pt x="107307" y="6000"/>
                </a:cubicBezTo>
                <a:cubicBezTo>
                  <a:pt x="40384" y="24000"/>
                  <a:pt x="40384" y="24000"/>
                  <a:pt x="40384" y="24000"/>
                </a:cubicBezTo>
                <a:cubicBezTo>
                  <a:pt x="19615" y="0"/>
                  <a:pt x="19615" y="0"/>
                  <a:pt x="19615" y="0"/>
                </a:cubicBezTo>
                <a:cubicBezTo>
                  <a:pt x="0" y="24000"/>
                  <a:pt x="0" y="24000"/>
                  <a:pt x="0" y="24000"/>
                </a:cubicBezTo>
                <a:cubicBezTo>
                  <a:pt x="0" y="24000"/>
                  <a:pt x="10384" y="42000"/>
                  <a:pt x="13846" y="51000"/>
                </a:cubicBezTo>
                <a:cubicBezTo>
                  <a:pt x="16153" y="51000"/>
                  <a:pt x="26538" y="42000"/>
                  <a:pt x="26538" y="42000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CustomShape 6"/>
          <p:cNvSpPr/>
          <p:nvPr/>
        </p:nvSpPr>
        <p:spPr>
          <a:xfrm>
            <a:off x="5032080" y="3666960"/>
            <a:ext cx="157680" cy="6768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91428" y="19459"/>
                </a:moveTo>
                <a:cubicBezTo>
                  <a:pt x="91428" y="0"/>
                  <a:pt x="74285" y="9729"/>
                  <a:pt x="71428" y="19459"/>
                </a:cubicBezTo>
                <a:cubicBezTo>
                  <a:pt x="67142" y="19459"/>
                  <a:pt x="45714" y="0"/>
                  <a:pt x="37142" y="0"/>
                </a:cubicBezTo>
                <a:cubicBezTo>
                  <a:pt x="32857" y="0"/>
                  <a:pt x="37142" y="19459"/>
                  <a:pt x="37142" y="19459"/>
                </a:cubicBezTo>
                <a:cubicBezTo>
                  <a:pt x="37142" y="74594"/>
                  <a:pt x="37142" y="74594"/>
                  <a:pt x="37142" y="74594"/>
                </a:cubicBezTo>
                <a:cubicBezTo>
                  <a:pt x="8571" y="74594"/>
                  <a:pt x="8571" y="74594"/>
                  <a:pt x="8571" y="74594"/>
                </a:cubicBezTo>
                <a:cubicBezTo>
                  <a:pt x="8571" y="74594"/>
                  <a:pt x="0" y="84324"/>
                  <a:pt x="0" y="94054"/>
                </a:cubicBezTo>
                <a:cubicBezTo>
                  <a:pt x="0" y="103783"/>
                  <a:pt x="12857" y="103783"/>
                  <a:pt x="17142" y="103783"/>
                </a:cubicBezTo>
                <a:cubicBezTo>
                  <a:pt x="17142" y="103783"/>
                  <a:pt x="25714" y="103783"/>
                  <a:pt x="30000" y="103783"/>
                </a:cubicBezTo>
                <a:cubicBezTo>
                  <a:pt x="32857" y="103783"/>
                  <a:pt x="41428" y="94054"/>
                  <a:pt x="41428" y="94054"/>
                </a:cubicBezTo>
                <a:cubicBezTo>
                  <a:pt x="41428" y="94054"/>
                  <a:pt x="45714" y="110270"/>
                  <a:pt x="45714" y="120000"/>
                </a:cubicBezTo>
                <a:cubicBezTo>
                  <a:pt x="62857" y="110270"/>
                  <a:pt x="62857" y="110270"/>
                  <a:pt x="62857" y="110270"/>
                </a:cubicBezTo>
                <a:cubicBezTo>
                  <a:pt x="62857" y="103783"/>
                  <a:pt x="67142" y="94054"/>
                  <a:pt x="67142" y="94054"/>
                </a:cubicBezTo>
                <a:cubicBezTo>
                  <a:pt x="87142" y="84324"/>
                  <a:pt x="87142" y="84324"/>
                  <a:pt x="87142" y="84324"/>
                </a:cubicBezTo>
                <a:cubicBezTo>
                  <a:pt x="87142" y="84324"/>
                  <a:pt x="112857" y="84324"/>
                  <a:pt x="115714" y="84324"/>
                </a:cubicBezTo>
                <a:cubicBezTo>
                  <a:pt x="115714" y="84324"/>
                  <a:pt x="120000" y="74594"/>
                  <a:pt x="115714" y="55135"/>
                </a:cubicBezTo>
                <a:cubicBezTo>
                  <a:pt x="108571" y="35675"/>
                  <a:pt x="95714" y="25945"/>
                  <a:pt x="91428" y="19459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7"/>
          <p:cNvSpPr/>
          <p:nvPr/>
        </p:nvSpPr>
        <p:spPr>
          <a:xfrm>
            <a:off x="4807080" y="3576960"/>
            <a:ext cx="244800" cy="9864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120000" y="92830"/>
                </a:moveTo>
                <a:cubicBezTo>
                  <a:pt x="120000" y="92830"/>
                  <a:pt x="111755" y="86037"/>
                  <a:pt x="106259" y="86037"/>
                </a:cubicBezTo>
                <a:cubicBezTo>
                  <a:pt x="104427" y="86037"/>
                  <a:pt x="87938" y="47547"/>
                  <a:pt x="87938" y="40754"/>
                </a:cubicBezTo>
                <a:cubicBezTo>
                  <a:pt x="85190" y="33962"/>
                  <a:pt x="53129" y="13584"/>
                  <a:pt x="53129" y="13584"/>
                </a:cubicBezTo>
                <a:cubicBezTo>
                  <a:pt x="16488" y="6792"/>
                  <a:pt x="16488" y="6792"/>
                  <a:pt x="16488" y="6792"/>
                </a:cubicBezTo>
                <a:cubicBezTo>
                  <a:pt x="16488" y="0"/>
                  <a:pt x="0" y="40754"/>
                  <a:pt x="0" y="40754"/>
                </a:cubicBezTo>
                <a:cubicBezTo>
                  <a:pt x="0" y="47547"/>
                  <a:pt x="0" y="47547"/>
                  <a:pt x="0" y="47547"/>
                </a:cubicBezTo>
                <a:cubicBezTo>
                  <a:pt x="0" y="47547"/>
                  <a:pt x="0" y="58867"/>
                  <a:pt x="0" y="65660"/>
                </a:cubicBezTo>
                <a:cubicBezTo>
                  <a:pt x="2748" y="65660"/>
                  <a:pt x="13740" y="47547"/>
                  <a:pt x="13740" y="33962"/>
                </a:cubicBezTo>
                <a:cubicBezTo>
                  <a:pt x="16488" y="27169"/>
                  <a:pt x="24732" y="20377"/>
                  <a:pt x="24732" y="20377"/>
                </a:cubicBezTo>
                <a:cubicBezTo>
                  <a:pt x="26564" y="13584"/>
                  <a:pt x="29312" y="27169"/>
                  <a:pt x="29312" y="27169"/>
                </a:cubicBezTo>
                <a:cubicBezTo>
                  <a:pt x="32061" y="27169"/>
                  <a:pt x="43053" y="40754"/>
                  <a:pt x="43053" y="40754"/>
                </a:cubicBezTo>
                <a:cubicBezTo>
                  <a:pt x="61374" y="52075"/>
                  <a:pt x="61374" y="52075"/>
                  <a:pt x="61374" y="52075"/>
                </a:cubicBezTo>
                <a:cubicBezTo>
                  <a:pt x="66870" y="65660"/>
                  <a:pt x="66870" y="65660"/>
                  <a:pt x="66870" y="65660"/>
                </a:cubicBezTo>
                <a:cubicBezTo>
                  <a:pt x="66870" y="65660"/>
                  <a:pt x="69618" y="106415"/>
                  <a:pt x="69618" y="113207"/>
                </a:cubicBezTo>
                <a:cubicBezTo>
                  <a:pt x="69618" y="120000"/>
                  <a:pt x="85190" y="120000"/>
                  <a:pt x="85190" y="120000"/>
                </a:cubicBezTo>
                <a:cubicBezTo>
                  <a:pt x="111755" y="113207"/>
                  <a:pt x="111755" y="113207"/>
                  <a:pt x="111755" y="113207"/>
                </a:cubicBezTo>
                <a:cubicBezTo>
                  <a:pt x="111755" y="113207"/>
                  <a:pt x="120000" y="99622"/>
                  <a:pt x="120000" y="92830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4" name="Line 8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Line 9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CustomShape 10"/>
          <p:cNvSpPr/>
          <p:nvPr/>
        </p:nvSpPr>
        <p:spPr>
          <a:xfrm>
            <a:off x="4896000" y="358200"/>
            <a:ext cx="262044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所有系统监控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7" name="CustomShape 11"/>
          <p:cNvSpPr/>
          <p:nvPr/>
        </p:nvSpPr>
        <p:spPr>
          <a:xfrm>
            <a:off x="8105760" y="2445840"/>
            <a:ext cx="2950200" cy="114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一个高效的，对于提升用户的“使用效率”，加成很大，平时大家都这么忙，能给各位Devs减轻一些负担。</a:t>
            </a: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228" name="CustomShape 12"/>
          <p:cNvSpPr/>
          <p:nvPr/>
        </p:nvSpPr>
        <p:spPr>
          <a:xfrm>
            <a:off x="8105760" y="209556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运行情况监控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9" name="CustomShape 13"/>
          <p:cNvSpPr/>
          <p:nvPr/>
        </p:nvSpPr>
        <p:spPr>
          <a:xfrm>
            <a:off x="8135640" y="4584960"/>
            <a:ext cx="2950200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先于客户了解问题，各类孤岛式的运维管理工具上线，提升运维效率。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30" name="CustomShape 14"/>
          <p:cNvSpPr/>
          <p:nvPr/>
        </p:nvSpPr>
        <p:spPr>
          <a:xfrm>
            <a:off x="8069400" y="424800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了解系统运行情况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1" name="CustomShape 15"/>
          <p:cNvSpPr/>
          <p:nvPr/>
        </p:nvSpPr>
        <p:spPr>
          <a:xfrm>
            <a:off x="1455840" y="2445840"/>
            <a:ext cx="2950200" cy="1145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endParaRPr lang="en-US" sz="18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监控系统是整个运维环节，乃至整个产品生命周期中最重要的一环，事前及时预警发现故障，事后提供翔实的数据用于追查定位问题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32" name="CustomShape 16"/>
          <p:cNvSpPr/>
          <p:nvPr/>
        </p:nvSpPr>
        <p:spPr>
          <a:xfrm>
            <a:off x="1455840" y="209556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系统监控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3" name="CustomShape 17"/>
          <p:cNvSpPr/>
          <p:nvPr/>
        </p:nvSpPr>
        <p:spPr>
          <a:xfrm>
            <a:off x="1512000" y="4680000"/>
            <a:ext cx="2950200" cy="92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用于自发现的采集单机的各种数据和指标，所以自动多采集足够多的数据，反而是一件好事情，对于DEV来讲，事后追查问题，不再是难题。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34" name="CustomShape 18"/>
          <p:cNvSpPr/>
          <p:nvPr/>
        </p:nvSpPr>
        <p:spPr>
          <a:xfrm>
            <a:off x="1440000" y="4286160"/>
            <a:ext cx="2081880" cy="69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根据监控优化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 rot="16200000" flipV="1">
            <a:off x="-1096200" y="1443600"/>
            <a:ext cx="6164280" cy="3965760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Line 2"/>
          <p:cNvSpPr/>
          <p:nvPr/>
        </p:nvSpPr>
        <p:spPr>
          <a:xfrm flipH="1">
            <a:off x="9535680" y="-1440"/>
            <a:ext cx="2656080" cy="2202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7" name="Line 3"/>
          <p:cNvSpPr/>
          <p:nvPr/>
        </p:nvSpPr>
        <p:spPr>
          <a:xfrm flipH="1">
            <a:off x="3578040" y="4766760"/>
            <a:ext cx="1155960" cy="959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CustomShape 4"/>
          <p:cNvSpPr/>
          <p:nvPr/>
        </p:nvSpPr>
        <p:spPr>
          <a:xfrm>
            <a:off x="4269600" y="1971000"/>
            <a:ext cx="3182760" cy="19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60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03</a:t>
            </a:r>
            <a:endParaRPr lang="en-US" sz="6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6000" b="0" strike="noStrike" spc="-1">
              <a:latin typeface="Arial"/>
            </a:endParaRPr>
          </a:p>
        </p:txBody>
      </p:sp>
      <p:sp>
        <p:nvSpPr>
          <p:cNvPr id="239" name="CustomShape 5"/>
          <p:cNvSpPr/>
          <p:nvPr/>
        </p:nvSpPr>
        <p:spPr>
          <a:xfrm>
            <a:off x="4869360" y="3038760"/>
            <a:ext cx="4239000" cy="130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初步上线运维系统</a:t>
            </a:r>
            <a:endParaRPr lang="en-US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000" b="0" strike="noStrike" spc="-1">
              <a:latin typeface="Arial"/>
            </a:endParaRPr>
          </a:p>
        </p:txBody>
      </p:sp>
      <p:sp>
        <p:nvSpPr>
          <p:cNvPr id="240" name="CustomShape 6"/>
          <p:cNvSpPr/>
          <p:nvPr/>
        </p:nvSpPr>
        <p:spPr>
          <a:xfrm>
            <a:off x="6264000" y="3797280"/>
            <a:ext cx="198504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2018-11中旬完成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41" name="CustomShape 7"/>
          <p:cNvSpPr/>
          <p:nvPr/>
        </p:nvSpPr>
        <p:spPr>
          <a:xfrm>
            <a:off x="10445400" y="5500800"/>
            <a:ext cx="1743840" cy="1354680"/>
          </a:xfrm>
          <a:custGeom>
            <a:avLst/>
            <a:gdLst/>
            <a:ahLst/>
            <a:cxnLst/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2" name="Line 8"/>
          <p:cNvSpPr/>
          <p:nvPr/>
        </p:nvSpPr>
        <p:spPr>
          <a:xfrm flipH="1">
            <a:off x="9727560" y="6378480"/>
            <a:ext cx="578160" cy="4795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Line 1"/>
          <p:cNvSpPr/>
          <p:nvPr/>
        </p:nvSpPr>
        <p:spPr>
          <a:xfrm>
            <a:off x="4203720" y="2950560"/>
            <a:ext cx="461160" cy="624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custDash>
              <a:ds d="3700000" sp="22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4" name="Line 2"/>
          <p:cNvSpPr/>
          <p:nvPr/>
        </p:nvSpPr>
        <p:spPr>
          <a:xfrm flipV="1">
            <a:off x="5272560" y="2646720"/>
            <a:ext cx="1841040" cy="928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custDash>
              <a:ds d="3700000" sp="22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Line 3"/>
          <p:cNvSpPr/>
          <p:nvPr/>
        </p:nvSpPr>
        <p:spPr>
          <a:xfrm>
            <a:off x="7846920" y="2950560"/>
            <a:ext cx="541080" cy="624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custDash>
              <a:ds d="3700000" sp="22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6" name="Line 4"/>
          <p:cNvSpPr/>
          <p:nvPr/>
        </p:nvSpPr>
        <p:spPr>
          <a:xfrm flipH="1">
            <a:off x="6778080" y="3879000"/>
            <a:ext cx="1483920" cy="77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custDash>
              <a:ds d="3700000" sp="2200000"/>
            </a:custDash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7" name="CustomShape 5"/>
          <p:cNvSpPr/>
          <p:nvPr/>
        </p:nvSpPr>
        <p:spPr>
          <a:xfrm>
            <a:off x="8262360" y="3449160"/>
            <a:ext cx="856800" cy="856800"/>
          </a:xfrm>
          <a:prstGeom prst="ellipse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CustomShape 6"/>
          <p:cNvSpPr/>
          <p:nvPr/>
        </p:nvSpPr>
        <p:spPr>
          <a:xfrm>
            <a:off x="8334720" y="3521880"/>
            <a:ext cx="711720" cy="711720"/>
          </a:xfrm>
          <a:prstGeom prst="ellipse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CustomShape 7"/>
          <p:cNvSpPr/>
          <p:nvPr/>
        </p:nvSpPr>
        <p:spPr>
          <a:xfrm>
            <a:off x="8418240" y="3605040"/>
            <a:ext cx="545040" cy="5450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0" name="CustomShape 8"/>
          <p:cNvSpPr/>
          <p:nvPr/>
        </p:nvSpPr>
        <p:spPr>
          <a:xfrm>
            <a:off x="8579520" y="3742920"/>
            <a:ext cx="222480" cy="268920"/>
          </a:xfrm>
          <a:custGeom>
            <a:avLst/>
            <a:gdLst/>
            <a:ahLst/>
            <a:cxnLst/>
            <a:rect l="l" t="t" r="r" b="b"/>
            <a:pathLst>
              <a:path w="421152" h="508000">
                <a:moveTo>
                  <a:pt x="97409" y="433798"/>
                </a:moveTo>
                <a:cubicBezTo>
                  <a:pt x="88814" y="433798"/>
                  <a:pt x="80219" y="442360"/>
                  <a:pt x="80219" y="450922"/>
                </a:cubicBezTo>
                <a:cubicBezTo>
                  <a:pt x="80219" y="459483"/>
                  <a:pt x="88814" y="465191"/>
                  <a:pt x="97409" y="465191"/>
                </a:cubicBezTo>
                <a:cubicBezTo>
                  <a:pt x="97409" y="465191"/>
                  <a:pt x="97409" y="465191"/>
                  <a:pt x="312283" y="465191"/>
                </a:cubicBezTo>
                <a:cubicBezTo>
                  <a:pt x="320878" y="465191"/>
                  <a:pt x="326608" y="459483"/>
                  <a:pt x="326608" y="450922"/>
                </a:cubicBezTo>
                <a:cubicBezTo>
                  <a:pt x="326608" y="442360"/>
                  <a:pt x="320878" y="433798"/>
                  <a:pt x="312283" y="433798"/>
                </a:cubicBezTo>
                <a:cubicBezTo>
                  <a:pt x="312283" y="433798"/>
                  <a:pt x="312283" y="433798"/>
                  <a:pt x="97409" y="433798"/>
                </a:cubicBezTo>
                <a:close/>
                <a:moveTo>
                  <a:pt x="51570" y="333910"/>
                </a:moveTo>
                <a:cubicBezTo>
                  <a:pt x="37245" y="333910"/>
                  <a:pt x="25785" y="348180"/>
                  <a:pt x="25785" y="362450"/>
                </a:cubicBezTo>
                <a:cubicBezTo>
                  <a:pt x="25785" y="362450"/>
                  <a:pt x="25785" y="362450"/>
                  <a:pt x="25785" y="419528"/>
                </a:cubicBezTo>
                <a:cubicBezTo>
                  <a:pt x="25785" y="419528"/>
                  <a:pt x="25785" y="419528"/>
                  <a:pt x="42975" y="419528"/>
                </a:cubicBezTo>
                <a:cubicBezTo>
                  <a:pt x="42975" y="419528"/>
                  <a:pt x="42975" y="419528"/>
                  <a:pt x="42975" y="396697"/>
                </a:cubicBezTo>
                <a:cubicBezTo>
                  <a:pt x="42975" y="382427"/>
                  <a:pt x="54435" y="371011"/>
                  <a:pt x="68760" y="371011"/>
                </a:cubicBezTo>
                <a:cubicBezTo>
                  <a:pt x="68760" y="371011"/>
                  <a:pt x="68760" y="371011"/>
                  <a:pt x="352393" y="371011"/>
                </a:cubicBezTo>
                <a:cubicBezTo>
                  <a:pt x="363852" y="371011"/>
                  <a:pt x="375312" y="382427"/>
                  <a:pt x="375312" y="396697"/>
                </a:cubicBezTo>
                <a:cubicBezTo>
                  <a:pt x="375312" y="396697"/>
                  <a:pt x="375312" y="396697"/>
                  <a:pt x="375312" y="419528"/>
                </a:cubicBezTo>
                <a:cubicBezTo>
                  <a:pt x="375312" y="419528"/>
                  <a:pt x="375312" y="419528"/>
                  <a:pt x="383907" y="419528"/>
                </a:cubicBezTo>
                <a:cubicBezTo>
                  <a:pt x="389637" y="419528"/>
                  <a:pt x="395367" y="405259"/>
                  <a:pt x="395367" y="388135"/>
                </a:cubicBezTo>
                <a:lnTo>
                  <a:pt x="395367" y="362450"/>
                </a:lnTo>
                <a:cubicBezTo>
                  <a:pt x="395367" y="348180"/>
                  <a:pt x="383907" y="333910"/>
                  <a:pt x="369582" y="333910"/>
                </a:cubicBezTo>
                <a:cubicBezTo>
                  <a:pt x="369582" y="333910"/>
                  <a:pt x="369582" y="333910"/>
                  <a:pt x="51570" y="333910"/>
                </a:cubicBezTo>
                <a:close/>
                <a:moveTo>
                  <a:pt x="108332" y="133246"/>
                </a:moveTo>
                <a:cubicBezTo>
                  <a:pt x="108332" y="133246"/>
                  <a:pt x="108332" y="133246"/>
                  <a:pt x="323527" y="133246"/>
                </a:cubicBezTo>
                <a:cubicBezTo>
                  <a:pt x="332135" y="133246"/>
                  <a:pt x="337873" y="138957"/>
                  <a:pt x="337873" y="147523"/>
                </a:cubicBezTo>
                <a:cubicBezTo>
                  <a:pt x="337873" y="156089"/>
                  <a:pt x="332135" y="161799"/>
                  <a:pt x="323527" y="161799"/>
                </a:cubicBezTo>
                <a:cubicBezTo>
                  <a:pt x="323527" y="161799"/>
                  <a:pt x="323527" y="161799"/>
                  <a:pt x="108332" y="161799"/>
                </a:cubicBezTo>
                <a:cubicBezTo>
                  <a:pt x="99725" y="161799"/>
                  <a:pt x="93986" y="156089"/>
                  <a:pt x="93986" y="147523"/>
                </a:cubicBezTo>
                <a:cubicBezTo>
                  <a:pt x="93986" y="138957"/>
                  <a:pt x="99725" y="133246"/>
                  <a:pt x="108332" y="133246"/>
                </a:cubicBezTo>
                <a:close/>
                <a:moveTo>
                  <a:pt x="68760" y="79910"/>
                </a:moveTo>
                <a:cubicBezTo>
                  <a:pt x="51570" y="79910"/>
                  <a:pt x="40110" y="91326"/>
                  <a:pt x="40110" y="108450"/>
                </a:cubicBezTo>
                <a:lnTo>
                  <a:pt x="40110" y="205483"/>
                </a:lnTo>
                <a:cubicBezTo>
                  <a:pt x="40110" y="222607"/>
                  <a:pt x="51570" y="236877"/>
                  <a:pt x="68760" y="236877"/>
                </a:cubicBezTo>
                <a:cubicBezTo>
                  <a:pt x="68760" y="236877"/>
                  <a:pt x="68760" y="236877"/>
                  <a:pt x="346663" y="236877"/>
                </a:cubicBezTo>
                <a:cubicBezTo>
                  <a:pt x="363852" y="236877"/>
                  <a:pt x="378177" y="222607"/>
                  <a:pt x="378177" y="205483"/>
                </a:cubicBezTo>
                <a:cubicBezTo>
                  <a:pt x="378177" y="205483"/>
                  <a:pt x="378177" y="205483"/>
                  <a:pt x="378177" y="108450"/>
                </a:cubicBezTo>
                <a:cubicBezTo>
                  <a:pt x="378177" y="91326"/>
                  <a:pt x="363852" y="79910"/>
                  <a:pt x="346663" y="79910"/>
                </a:cubicBezTo>
                <a:cubicBezTo>
                  <a:pt x="346663" y="79910"/>
                  <a:pt x="346663" y="79910"/>
                  <a:pt x="68760" y="79910"/>
                </a:cubicBezTo>
                <a:close/>
                <a:moveTo>
                  <a:pt x="83084" y="0"/>
                </a:moveTo>
                <a:cubicBezTo>
                  <a:pt x="83084" y="0"/>
                  <a:pt x="83084" y="0"/>
                  <a:pt x="332338" y="0"/>
                </a:cubicBezTo>
                <a:cubicBezTo>
                  <a:pt x="349528" y="0"/>
                  <a:pt x="375312" y="8562"/>
                  <a:pt x="386772" y="19978"/>
                </a:cubicBezTo>
                <a:cubicBezTo>
                  <a:pt x="386772" y="19978"/>
                  <a:pt x="386772" y="19978"/>
                  <a:pt x="398232" y="28540"/>
                </a:cubicBezTo>
                <a:cubicBezTo>
                  <a:pt x="409692" y="39955"/>
                  <a:pt x="421152" y="59933"/>
                  <a:pt x="421152" y="77056"/>
                </a:cubicBezTo>
                <a:cubicBezTo>
                  <a:pt x="421152" y="77056"/>
                  <a:pt x="421152" y="77056"/>
                  <a:pt x="421152" y="413820"/>
                </a:cubicBezTo>
                <a:cubicBezTo>
                  <a:pt x="421152" y="428090"/>
                  <a:pt x="409692" y="442360"/>
                  <a:pt x="398232" y="442360"/>
                </a:cubicBezTo>
                <a:cubicBezTo>
                  <a:pt x="398232" y="442360"/>
                  <a:pt x="398232" y="442360"/>
                  <a:pt x="375312" y="442360"/>
                </a:cubicBezTo>
                <a:cubicBezTo>
                  <a:pt x="375312" y="442360"/>
                  <a:pt x="375312" y="442360"/>
                  <a:pt x="375312" y="476607"/>
                </a:cubicBezTo>
                <a:cubicBezTo>
                  <a:pt x="375312" y="493731"/>
                  <a:pt x="360987" y="508000"/>
                  <a:pt x="343798" y="508000"/>
                </a:cubicBezTo>
                <a:cubicBezTo>
                  <a:pt x="343798" y="508000"/>
                  <a:pt x="343798" y="508000"/>
                  <a:pt x="71625" y="508000"/>
                </a:cubicBezTo>
                <a:cubicBezTo>
                  <a:pt x="54435" y="508000"/>
                  <a:pt x="42975" y="493731"/>
                  <a:pt x="42975" y="476607"/>
                </a:cubicBezTo>
                <a:cubicBezTo>
                  <a:pt x="42975" y="476607"/>
                  <a:pt x="42975" y="476607"/>
                  <a:pt x="42975" y="442360"/>
                </a:cubicBezTo>
                <a:cubicBezTo>
                  <a:pt x="42975" y="442360"/>
                  <a:pt x="42975" y="442360"/>
                  <a:pt x="20055" y="442360"/>
                </a:cubicBezTo>
                <a:cubicBezTo>
                  <a:pt x="8595" y="442360"/>
                  <a:pt x="0" y="428090"/>
                  <a:pt x="0" y="413820"/>
                </a:cubicBezTo>
                <a:cubicBezTo>
                  <a:pt x="0" y="413820"/>
                  <a:pt x="0" y="413820"/>
                  <a:pt x="0" y="77056"/>
                </a:cubicBezTo>
                <a:cubicBezTo>
                  <a:pt x="0" y="59933"/>
                  <a:pt x="11460" y="37101"/>
                  <a:pt x="22920" y="25686"/>
                </a:cubicBezTo>
                <a:cubicBezTo>
                  <a:pt x="22920" y="25686"/>
                  <a:pt x="22920" y="25686"/>
                  <a:pt x="28650" y="19978"/>
                </a:cubicBezTo>
                <a:cubicBezTo>
                  <a:pt x="42975" y="8562"/>
                  <a:pt x="65895" y="0"/>
                  <a:pt x="830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9"/>
          <p:cNvSpPr/>
          <p:nvPr/>
        </p:nvSpPr>
        <p:spPr>
          <a:xfrm>
            <a:off x="7113600" y="2217240"/>
            <a:ext cx="856800" cy="856800"/>
          </a:xfrm>
          <a:prstGeom prst="ellipse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2" name="CustomShape 10"/>
          <p:cNvSpPr/>
          <p:nvPr/>
        </p:nvSpPr>
        <p:spPr>
          <a:xfrm>
            <a:off x="7186320" y="2289960"/>
            <a:ext cx="711720" cy="711720"/>
          </a:xfrm>
          <a:prstGeom prst="ellipse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3" name="CustomShape 11"/>
          <p:cNvSpPr/>
          <p:nvPr/>
        </p:nvSpPr>
        <p:spPr>
          <a:xfrm>
            <a:off x="7269480" y="2373120"/>
            <a:ext cx="545040" cy="5450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4" name="CustomShape 12"/>
          <p:cNvSpPr/>
          <p:nvPr/>
        </p:nvSpPr>
        <p:spPr>
          <a:xfrm>
            <a:off x="7423560" y="2511360"/>
            <a:ext cx="237240" cy="268920"/>
          </a:xfrm>
          <a:custGeom>
            <a:avLst/>
            <a:gdLst/>
            <a:ahLst/>
            <a:cxnLst/>
            <a:rect l="l" t="t" r="r" b="b"/>
            <a:pathLst>
              <a:path w="449102" h="508000">
                <a:moveTo>
                  <a:pt x="32079" y="355245"/>
                </a:moveTo>
                <a:cubicBezTo>
                  <a:pt x="32079" y="355245"/>
                  <a:pt x="32079" y="355245"/>
                  <a:pt x="32079" y="387217"/>
                </a:cubicBezTo>
                <a:lnTo>
                  <a:pt x="60593" y="387217"/>
                </a:lnTo>
                <a:cubicBezTo>
                  <a:pt x="60593" y="387217"/>
                  <a:pt x="60593" y="387217"/>
                  <a:pt x="32079" y="355245"/>
                </a:cubicBezTo>
                <a:close/>
                <a:moveTo>
                  <a:pt x="231680" y="248672"/>
                </a:moveTo>
                <a:cubicBezTo>
                  <a:pt x="220987" y="248672"/>
                  <a:pt x="213858" y="255776"/>
                  <a:pt x="213858" y="266434"/>
                </a:cubicBezTo>
                <a:cubicBezTo>
                  <a:pt x="213858" y="266434"/>
                  <a:pt x="213858" y="266434"/>
                  <a:pt x="213858" y="284196"/>
                </a:cubicBezTo>
                <a:cubicBezTo>
                  <a:pt x="213858" y="284196"/>
                  <a:pt x="213858" y="284196"/>
                  <a:pt x="352866" y="284196"/>
                </a:cubicBezTo>
                <a:cubicBezTo>
                  <a:pt x="363559" y="284196"/>
                  <a:pt x="370688" y="277091"/>
                  <a:pt x="370688" y="266434"/>
                </a:cubicBezTo>
                <a:cubicBezTo>
                  <a:pt x="370688" y="255776"/>
                  <a:pt x="370688" y="248672"/>
                  <a:pt x="370688" y="248672"/>
                </a:cubicBezTo>
                <a:cubicBezTo>
                  <a:pt x="370688" y="248672"/>
                  <a:pt x="370688" y="248672"/>
                  <a:pt x="231680" y="248672"/>
                </a:cubicBezTo>
                <a:close/>
                <a:moveTo>
                  <a:pt x="217107" y="98655"/>
                </a:moveTo>
                <a:cubicBezTo>
                  <a:pt x="217107" y="98655"/>
                  <a:pt x="217107" y="98655"/>
                  <a:pt x="316580" y="98655"/>
                </a:cubicBezTo>
                <a:cubicBezTo>
                  <a:pt x="316580" y="98655"/>
                  <a:pt x="316580" y="98655"/>
                  <a:pt x="316580" y="112934"/>
                </a:cubicBezTo>
                <a:cubicBezTo>
                  <a:pt x="316580" y="123642"/>
                  <a:pt x="313028" y="130782"/>
                  <a:pt x="309475" y="130782"/>
                </a:cubicBezTo>
                <a:cubicBezTo>
                  <a:pt x="309475" y="130782"/>
                  <a:pt x="309475" y="130782"/>
                  <a:pt x="302370" y="130782"/>
                </a:cubicBezTo>
                <a:cubicBezTo>
                  <a:pt x="302370" y="130782"/>
                  <a:pt x="302370" y="130782"/>
                  <a:pt x="302370" y="112934"/>
                </a:cubicBezTo>
                <a:cubicBezTo>
                  <a:pt x="302370" y="112934"/>
                  <a:pt x="302370" y="112934"/>
                  <a:pt x="224212" y="112934"/>
                </a:cubicBezTo>
                <a:cubicBezTo>
                  <a:pt x="224212" y="112934"/>
                  <a:pt x="224212" y="112934"/>
                  <a:pt x="213554" y="130782"/>
                </a:cubicBezTo>
                <a:cubicBezTo>
                  <a:pt x="213554" y="130782"/>
                  <a:pt x="213554" y="130782"/>
                  <a:pt x="117633" y="130782"/>
                </a:cubicBezTo>
                <a:cubicBezTo>
                  <a:pt x="110528" y="130782"/>
                  <a:pt x="106976" y="134351"/>
                  <a:pt x="106976" y="141491"/>
                </a:cubicBezTo>
                <a:cubicBezTo>
                  <a:pt x="106976" y="141491"/>
                  <a:pt x="106976" y="141491"/>
                  <a:pt x="106976" y="216452"/>
                </a:cubicBezTo>
                <a:cubicBezTo>
                  <a:pt x="106976" y="216452"/>
                  <a:pt x="106976" y="216452"/>
                  <a:pt x="99870" y="216452"/>
                </a:cubicBezTo>
                <a:cubicBezTo>
                  <a:pt x="92765" y="216452"/>
                  <a:pt x="92765" y="209313"/>
                  <a:pt x="92765" y="198604"/>
                </a:cubicBezTo>
                <a:cubicBezTo>
                  <a:pt x="92765" y="198604"/>
                  <a:pt x="92765" y="198604"/>
                  <a:pt x="92765" y="141491"/>
                </a:cubicBezTo>
                <a:cubicBezTo>
                  <a:pt x="92765" y="127212"/>
                  <a:pt x="103423" y="116503"/>
                  <a:pt x="117633" y="116503"/>
                </a:cubicBezTo>
                <a:cubicBezTo>
                  <a:pt x="117633" y="116503"/>
                  <a:pt x="117633" y="116503"/>
                  <a:pt x="206449" y="116503"/>
                </a:cubicBezTo>
                <a:close/>
                <a:moveTo>
                  <a:pt x="185531" y="55954"/>
                </a:moveTo>
                <a:cubicBezTo>
                  <a:pt x="185531" y="55954"/>
                  <a:pt x="185531" y="55954"/>
                  <a:pt x="285658" y="55954"/>
                </a:cubicBezTo>
                <a:cubicBezTo>
                  <a:pt x="285658" y="55954"/>
                  <a:pt x="285658" y="55954"/>
                  <a:pt x="285658" y="70159"/>
                </a:cubicBezTo>
                <a:cubicBezTo>
                  <a:pt x="285658" y="80813"/>
                  <a:pt x="282082" y="87915"/>
                  <a:pt x="278506" y="87915"/>
                </a:cubicBezTo>
                <a:cubicBezTo>
                  <a:pt x="278506" y="87915"/>
                  <a:pt x="278506" y="87915"/>
                  <a:pt x="271354" y="87915"/>
                </a:cubicBezTo>
                <a:cubicBezTo>
                  <a:pt x="271354" y="87915"/>
                  <a:pt x="271354" y="87915"/>
                  <a:pt x="271354" y="70159"/>
                </a:cubicBezTo>
                <a:cubicBezTo>
                  <a:pt x="271354" y="70159"/>
                  <a:pt x="271354" y="70159"/>
                  <a:pt x="196258" y="70159"/>
                </a:cubicBezTo>
                <a:lnTo>
                  <a:pt x="181955" y="87915"/>
                </a:lnTo>
                <a:cubicBezTo>
                  <a:pt x="181955" y="87915"/>
                  <a:pt x="181955" y="87915"/>
                  <a:pt x="85403" y="87915"/>
                </a:cubicBezTo>
                <a:cubicBezTo>
                  <a:pt x="78251" y="87915"/>
                  <a:pt x="74675" y="95018"/>
                  <a:pt x="74675" y="102120"/>
                </a:cubicBezTo>
                <a:cubicBezTo>
                  <a:pt x="74675" y="102120"/>
                  <a:pt x="74675" y="102120"/>
                  <a:pt x="74675" y="176696"/>
                </a:cubicBezTo>
                <a:cubicBezTo>
                  <a:pt x="74675" y="176696"/>
                  <a:pt x="74675" y="176696"/>
                  <a:pt x="67523" y="176696"/>
                </a:cubicBezTo>
                <a:cubicBezTo>
                  <a:pt x="63947" y="176696"/>
                  <a:pt x="60371" y="166043"/>
                  <a:pt x="60371" y="155389"/>
                </a:cubicBezTo>
                <a:cubicBezTo>
                  <a:pt x="60371" y="155389"/>
                  <a:pt x="60371" y="155389"/>
                  <a:pt x="60371" y="102120"/>
                </a:cubicBezTo>
                <a:cubicBezTo>
                  <a:pt x="60371" y="87915"/>
                  <a:pt x="71099" y="73710"/>
                  <a:pt x="85403" y="73710"/>
                </a:cubicBezTo>
                <a:cubicBezTo>
                  <a:pt x="85403" y="73710"/>
                  <a:pt x="85403" y="73710"/>
                  <a:pt x="174803" y="73710"/>
                </a:cubicBezTo>
                <a:cubicBezTo>
                  <a:pt x="174803" y="73710"/>
                  <a:pt x="174803" y="73710"/>
                  <a:pt x="185531" y="55954"/>
                </a:cubicBezTo>
                <a:close/>
                <a:moveTo>
                  <a:pt x="49900" y="35525"/>
                </a:moveTo>
                <a:cubicBezTo>
                  <a:pt x="39207" y="35525"/>
                  <a:pt x="32079" y="42630"/>
                  <a:pt x="32079" y="53287"/>
                </a:cubicBezTo>
                <a:cubicBezTo>
                  <a:pt x="32079" y="53287"/>
                  <a:pt x="32079" y="53287"/>
                  <a:pt x="32079" y="198937"/>
                </a:cubicBezTo>
                <a:cubicBezTo>
                  <a:pt x="32079" y="198937"/>
                  <a:pt x="32079" y="198937"/>
                  <a:pt x="128315" y="287748"/>
                </a:cubicBezTo>
                <a:cubicBezTo>
                  <a:pt x="128315" y="287748"/>
                  <a:pt x="128315" y="287748"/>
                  <a:pt x="128315" y="195385"/>
                </a:cubicBezTo>
                <a:cubicBezTo>
                  <a:pt x="128315" y="174070"/>
                  <a:pt x="142572" y="156308"/>
                  <a:pt x="163958" y="156308"/>
                </a:cubicBezTo>
                <a:cubicBezTo>
                  <a:pt x="163958" y="156308"/>
                  <a:pt x="163958" y="156308"/>
                  <a:pt x="352866" y="156308"/>
                </a:cubicBezTo>
                <a:cubicBezTo>
                  <a:pt x="352866" y="156308"/>
                  <a:pt x="352866" y="156308"/>
                  <a:pt x="352866" y="35525"/>
                </a:cubicBezTo>
                <a:cubicBezTo>
                  <a:pt x="352866" y="35525"/>
                  <a:pt x="352866" y="35525"/>
                  <a:pt x="49900" y="35525"/>
                </a:cubicBezTo>
                <a:close/>
                <a:moveTo>
                  <a:pt x="39207" y="0"/>
                </a:moveTo>
                <a:cubicBezTo>
                  <a:pt x="39207" y="0"/>
                  <a:pt x="39207" y="0"/>
                  <a:pt x="377816" y="0"/>
                </a:cubicBezTo>
                <a:lnTo>
                  <a:pt x="377816" y="156308"/>
                </a:lnTo>
                <a:cubicBezTo>
                  <a:pt x="377816" y="156308"/>
                  <a:pt x="377816" y="156308"/>
                  <a:pt x="449102" y="156308"/>
                </a:cubicBezTo>
                <a:cubicBezTo>
                  <a:pt x="449102" y="156308"/>
                  <a:pt x="449102" y="156308"/>
                  <a:pt x="449102" y="468923"/>
                </a:cubicBezTo>
                <a:cubicBezTo>
                  <a:pt x="449102" y="490238"/>
                  <a:pt x="431281" y="508000"/>
                  <a:pt x="409895" y="508000"/>
                </a:cubicBezTo>
                <a:cubicBezTo>
                  <a:pt x="409895" y="508000"/>
                  <a:pt x="409895" y="508000"/>
                  <a:pt x="128315" y="508000"/>
                </a:cubicBezTo>
                <a:cubicBezTo>
                  <a:pt x="128315" y="508000"/>
                  <a:pt x="128315" y="508000"/>
                  <a:pt x="128315" y="458266"/>
                </a:cubicBezTo>
                <a:cubicBezTo>
                  <a:pt x="128315" y="458266"/>
                  <a:pt x="128315" y="458266"/>
                  <a:pt x="74850" y="401427"/>
                </a:cubicBezTo>
                <a:cubicBezTo>
                  <a:pt x="74850" y="401427"/>
                  <a:pt x="74850" y="401427"/>
                  <a:pt x="0" y="401427"/>
                </a:cubicBezTo>
                <a:cubicBezTo>
                  <a:pt x="0" y="401427"/>
                  <a:pt x="0" y="401427"/>
                  <a:pt x="0" y="39077"/>
                </a:cubicBezTo>
                <a:cubicBezTo>
                  <a:pt x="0" y="17762"/>
                  <a:pt x="17822" y="0"/>
                  <a:pt x="392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5" name="CustomShape 13"/>
          <p:cNvSpPr/>
          <p:nvPr/>
        </p:nvSpPr>
        <p:spPr>
          <a:xfrm>
            <a:off x="6044760" y="4527360"/>
            <a:ext cx="856800" cy="856800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6" name="CustomShape 14"/>
          <p:cNvSpPr/>
          <p:nvPr/>
        </p:nvSpPr>
        <p:spPr>
          <a:xfrm>
            <a:off x="6117120" y="4600080"/>
            <a:ext cx="711720" cy="711720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CustomShape 15"/>
          <p:cNvSpPr/>
          <p:nvPr/>
        </p:nvSpPr>
        <p:spPr>
          <a:xfrm>
            <a:off x="6200640" y="4683240"/>
            <a:ext cx="545040" cy="5450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CustomShape 16"/>
          <p:cNvSpPr/>
          <p:nvPr/>
        </p:nvSpPr>
        <p:spPr>
          <a:xfrm>
            <a:off x="6373440" y="4821480"/>
            <a:ext cx="199800" cy="268920"/>
          </a:xfrm>
          <a:custGeom>
            <a:avLst/>
            <a:gdLst/>
            <a:ahLst/>
            <a:cxnLst/>
            <a:rect l="l" t="t" r="r" b="b"/>
            <a:pathLst>
              <a:path w="1224" h="1643">
                <a:moveTo>
                  <a:pt x="0" y="0"/>
                </a:moveTo>
                <a:cubicBezTo>
                  <a:pt x="0" y="1643"/>
                  <a:pt x="0" y="1643"/>
                  <a:pt x="0" y="1643"/>
                </a:cubicBezTo>
                <a:cubicBezTo>
                  <a:pt x="1224" y="1643"/>
                  <a:pt x="1224" y="1643"/>
                  <a:pt x="1224" y="1643"/>
                </a:cubicBezTo>
                <a:cubicBezTo>
                  <a:pt x="1224" y="0"/>
                  <a:pt x="1224" y="0"/>
                  <a:pt x="1224" y="0"/>
                </a:cubicBezTo>
                <a:lnTo>
                  <a:pt x="0" y="0"/>
                </a:lnTo>
                <a:close/>
                <a:moveTo>
                  <a:pt x="1126" y="1515"/>
                </a:moveTo>
                <a:cubicBezTo>
                  <a:pt x="98" y="1515"/>
                  <a:pt x="98" y="1515"/>
                  <a:pt x="98" y="1515"/>
                </a:cubicBezTo>
                <a:cubicBezTo>
                  <a:pt x="98" y="935"/>
                  <a:pt x="98" y="935"/>
                  <a:pt x="98" y="935"/>
                </a:cubicBezTo>
                <a:cubicBezTo>
                  <a:pt x="1126" y="935"/>
                  <a:pt x="1126" y="935"/>
                  <a:pt x="1126" y="935"/>
                </a:cubicBezTo>
                <a:lnTo>
                  <a:pt x="1126" y="1515"/>
                </a:lnTo>
                <a:close/>
                <a:moveTo>
                  <a:pt x="1126" y="838"/>
                </a:moveTo>
                <a:cubicBezTo>
                  <a:pt x="98" y="838"/>
                  <a:pt x="98" y="838"/>
                  <a:pt x="98" y="838"/>
                </a:cubicBezTo>
                <a:cubicBezTo>
                  <a:pt x="98" y="258"/>
                  <a:pt x="98" y="258"/>
                  <a:pt x="98" y="258"/>
                </a:cubicBezTo>
                <a:cubicBezTo>
                  <a:pt x="1126" y="258"/>
                  <a:pt x="1126" y="258"/>
                  <a:pt x="1126" y="258"/>
                </a:cubicBezTo>
                <a:lnTo>
                  <a:pt x="1126" y="838"/>
                </a:lnTo>
                <a:close/>
                <a:moveTo>
                  <a:pt x="1113" y="164"/>
                </a:moveTo>
                <a:cubicBezTo>
                  <a:pt x="1104" y="173"/>
                  <a:pt x="1093" y="178"/>
                  <a:pt x="1080" y="178"/>
                </a:cubicBezTo>
                <a:cubicBezTo>
                  <a:pt x="1066" y="178"/>
                  <a:pt x="1055" y="173"/>
                  <a:pt x="1045" y="164"/>
                </a:cubicBezTo>
                <a:cubicBezTo>
                  <a:pt x="1036" y="154"/>
                  <a:pt x="1031" y="142"/>
                  <a:pt x="1031" y="129"/>
                </a:cubicBezTo>
                <a:cubicBezTo>
                  <a:pt x="1031" y="116"/>
                  <a:pt x="1036" y="105"/>
                  <a:pt x="1045" y="96"/>
                </a:cubicBezTo>
                <a:cubicBezTo>
                  <a:pt x="1055" y="87"/>
                  <a:pt x="1066" y="82"/>
                  <a:pt x="1080" y="82"/>
                </a:cubicBezTo>
                <a:cubicBezTo>
                  <a:pt x="1093" y="82"/>
                  <a:pt x="1104" y="87"/>
                  <a:pt x="1113" y="96"/>
                </a:cubicBezTo>
                <a:cubicBezTo>
                  <a:pt x="1122" y="105"/>
                  <a:pt x="1126" y="116"/>
                  <a:pt x="1126" y="129"/>
                </a:cubicBezTo>
                <a:cubicBezTo>
                  <a:pt x="1126" y="142"/>
                  <a:pt x="1122" y="154"/>
                  <a:pt x="1113" y="164"/>
                </a:cubicBezTo>
                <a:close/>
                <a:moveTo>
                  <a:pt x="1063" y="323"/>
                </a:moveTo>
                <a:cubicBezTo>
                  <a:pt x="161" y="323"/>
                  <a:pt x="161" y="323"/>
                  <a:pt x="161" y="323"/>
                </a:cubicBezTo>
                <a:cubicBezTo>
                  <a:pt x="161" y="775"/>
                  <a:pt x="161" y="775"/>
                  <a:pt x="161" y="775"/>
                </a:cubicBezTo>
                <a:cubicBezTo>
                  <a:pt x="1063" y="775"/>
                  <a:pt x="1063" y="775"/>
                  <a:pt x="1063" y="775"/>
                </a:cubicBezTo>
                <a:lnTo>
                  <a:pt x="1063" y="323"/>
                </a:lnTo>
                <a:close/>
                <a:moveTo>
                  <a:pt x="773" y="581"/>
                </a:moveTo>
                <a:cubicBezTo>
                  <a:pt x="773" y="590"/>
                  <a:pt x="769" y="598"/>
                  <a:pt x="763" y="604"/>
                </a:cubicBezTo>
                <a:cubicBezTo>
                  <a:pt x="757" y="611"/>
                  <a:pt x="749" y="614"/>
                  <a:pt x="740" y="614"/>
                </a:cubicBezTo>
                <a:cubicBezTo>
                  <a:pt x="484" y="614"/>
                  <a:pt x="484" y="614"/>
                  <a:pt x="484" y="614"/>
                </a:cubicBezTo>
                <a:cubicBezTo>
                  <a:pt x="475" y="614"/>
                  <a:pt x="467" y="611"/>
                  <a:pt x="461" y="604"/>
                </a:cubicBezTo>
                <a:cubicBezTo>
                  <a:pt x="455" y="598"/>
                  <a:pt x="451" y="590"/>
                  <a:pt x="451" y="581"/>
                </a:cubicBezTo>
                <a:cubicBezTo>
                  <a:pt x="451" y="451"/>
                  <a:pt x="451" y="451"/>
                  <a:pt x="451" y="451"/>
                </a:cubicBezTo>
                <a:cubicBezTo>
                  <a:pt x="451" y="442"/>
                  <a:pt x="455" y="435"/>
                  <a:pt x="461" y="428"/>
                </a:cubicBezTo>
                <a:cubicBezTo>
                  <a:pt x="467" y="422"/>
                  <a:pt x="475" y="419"/>
                  <a:pt x="484" y="419"/>
                </a:cubicBezTo>
                <a:cubicBezTo>
                  <a:pt x="740" y="419"/>
                  <a:pt x="740" y="419"/>
                  <a:pt x="740" y="419"/>
                </a:cubicBezTo>
                <a:cubicBezTo>
                  <a:pt x="749" y="419"/>
                  <a:pt x="757" y="422"/>
                  <a:pt x="763" y="428"/>
                </a:cubicBezTo>
                <a:cubicBezTo>
                  <a:pt x="769" y="435"/>
                  <a:pt x="773" y="442"/>
                  <a:pt x="773" y="451"/>
                </a:cubicBezTo>
                <a:lnTo>
                  <a:pt x="773" y="581"/>
                </a:lnTo>
                <a:close/>
                <a:moveTo>
                  <a:pt x="1063" y="1000"/>
                </a:moveTo>
                <a:cubicBezTo>
                  <a:pt x="161" y="1000"/>
                  <a:pt x="161" y="1000"/>
                  <a:pt x="161" y="1000"/>
                </a:cubicBezTo>
                <a:cubicBezTo>
                  <a:pt x="161" y="1450"/>
                  <a:pt x="161" y="1450"/>
                  <a:pt x="161" y="1450"/>
                </a:cubicBezTo>
                <a:cubicBezTo>
                  <a:pt x="1063" y="1450"/>
                  <a:pt x="1063" y="1450"/>
                  <a:pt x="1063" y="1450"/>
                </a:cubicBezTo>
                <a:lnTo>
                  <a:pt x="1063" y="1000"/>
                </a:lnTo>
                <a:close/>
                <a:moveTo>
                  <a:pt x="773" y="1257"/>
                </a:moveTo>
                <a:cubicBezTo>
                  <a:pt x="773" y="1265"/>
                  <a:pt x="769" y="1273"/>
                  <a:pt x="763" y="1279"/>
                </a:cubicBezTo>
                <a:cubicBezTo>
                  <a:pt x="757" y="1286"/>
                  <a:pt x="749" y="1289"/>
                  <a:pt x="740" y="1289"/>
                </a:cubicBezTo>
                <a:cubicBezTo>
                  <a:pt x="484" y="1289"/>
                  <a:pt x="484" y="1289"/>
                  <a:pt x="484" y="1289"/>
                </a:cubicBezTo>
                <a:cubicBezTo>
                  <a:pt x="475" y="1289"/>
                  <a:pt x="467" y="1286"/>
                  <a:pt x="461" y="1279"/>
                </a:cubicBezTo>
                <a:cubicBezTo>
                  <a:pt x="455" y="1273"/>
                  <a:pt x="451" y="1265"/>
                  <a:pt x="451" y="1257"/>
                </a:cubicBezTo>
                <a:cubicBezTo>
                  <a:pt x="451" y="1128"/>
                  <a:pt x="451" y="1128"/>
                  <a:pt x="451" y="1128"/>
                </a:cubicBezTo>
                <a:cubicBezTo>
                  <a:pt x="451" y="1119"/>
                  <a:pt x="455" y="1112"/>
                  <a:pt x="461" y="1105"/>
                </a:cubicBezTo>
                <a:cubicBezTo>
                  <a:pt x="467" y="1099"/>
                  <a:pt x="475" y="1096"/>
                  <a:pt x="484" y="1096"/>
                </a:cubicBezTo>
                <a:cubicBezTo>
                  <a:pt x="740" y="1096"/>
                  <a:pt x="740" y="1096"/>
                  <a:pt x="740" y="1096"/>
                </a:cubicBezTo>
                <a:cubicBezTo>
                  <a:pt x="749" y="1096"/>
                  <a:pt x="757" y="1099"/>
                  <a:pt x="763" y="1105"/>
                </a:cubicBezTo>
                <a:cubicBezTo>
                  <a:pt x="769" y="1112"/>
                  <a:pt x="773" y="1119"/>
                  <a:pt x="773" y="1128"/>
                </a:cubicBezTo>
                <a:lnTo>
                  <a:pt x="773" y="1257"/>
                </a:lnTo>
                <a:close/>
                <a:moveTo>
                  <a:pt x="773" y="1257"/>
                </a:moveTo>
                <a:cubicBezTo>
                  <a:pt x="773" y="1257"/>
                  <a:pt x="773" y="1257"/>
                  <a:pt x="773" y="1257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9" name="CustomShape 17"/>
          <p:cNvSpPr/>
          <p:nvPr/>
        </p:nvSpPr>
        <p:spPr>
          <a:xfrm>
            <a:off x="4539240" y="3449160"/>
            <a:ext cx="856800" cy="856800"/>
          </a:xfrm>
          <a:prstGeom prst="ellipse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CustomShape 18"/>
          <p:cNvSpPr/>
          <p:nvPr/>
        </p:nvSpPr>
        <p:spPr>
          <a:xfrm>
            <a:off x="4611960" y="3521880"/>
            <a:ext cx="711720" cy="711720"/>
          </a:xfrm>
          <a:prstGeom prst="ellipse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1" name="CustomShape 19"/>
          <p:cNvSpPr/>
          <p:nvPr/>
        </p:nvSpPr>
        <p:spPr>
          <a:xfrm>
            <a:off x="4695120" y="3605040"/>
            <a:ext cx="545040" cy="5450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CustomShape 20"/>
          <p:cNvSpPr/>
          <p:nvPr/>
        </p:nvSpPr>
        <p:spPr>
          <a:xfrm>
            <a:off x="4833360" y="3743640"/>
            <a:ext cx="268920" cy="268200"/>
          </a:xfrm>
          <a:custGeom>
            <a:avLst/>
            <a:gdLst/>
            <a:ahLst/>
            <a:cxnLst/>
            <a:rect l="l" t="t" r="r" b="b"/>
            <a:pathLst>
              <a:path w="508000" h="506592">
                <a:moveTo>
                  <a:pt x="84666" y="303955"/>
                </a:moveTo>
                <a:cubicBezTo>
                  <a:pt x="104986" y="371501"/>
                  <a:pt x="165946" y="422160"/>
                  <a:pt x="233680" y="428915"/>
                </a:cubicBezTo>
                <a:cubicBezTo>
                  <a:pt x="233680" y="428915"/>
                  <a:pt x="233680" y="428915"/>
                  <a:pt x="233680" y="408651"/>
                </a:cubicBezTo>
                <a:cubicBezTo>
                  <a:pt x="233680" y="398519"/>
                  <a:pt x="243840" y="391765"/>
                  <a:pt x="254000" y="391765"/>
                </a:cubicBezTo>
                <a:cubicBezTo>
                  <a:pt x="264160" y="391765"/>
                  <a:pt x="274320" y="398519"/>
                  <a:pt x="274320" y="408651"/>
                </a:cubicBezTo>
                <a:cubicBezTo>
                  <a:pt x="274320" y="408651"/>
                  <a:pt x="274320" y="408651"/>
                  <a:pt x="274320" y="428915"/>
                </a:cubicBezTo>
                <a:cubicBezTo>
                  <a:pt x="345440" y="422160"/>
                  <a:pt x="403014" y="371501"/>
                  <a:pt x="423334" y="303955"/>
                </a:cubicBezTo>
                <a:cubicBezTo>
                  <a:pt x="386080" y="334351"/>
                  <a:pt x="325120" y="371501"/>
                  <a:pt x="254000" y="371501"/>
                </a:cubicBezTo>
                <a:cubicBezTo>
                  <a:pt x="186266" y="371501"/>
                  <a:pt x="125306" y="334351"/>
                  <a:pt x="84666" y="303955"/>
                </a:cubicBezTo>
                <a:close/>
                <a:moveTo>
                  <a:pt x="362374" y="209392"/>
                </a:moveTo>
                <a:cubicBezTo>
                  <a:pt x="369147" y="222901"/>
                  <a:pt x="372534" y="239787"/>
                  <a:pt x="372534" y="253296"/>
                </a:cubicBezTo>
                <a:cubicBezTo>
                  <a:pt x="372534" y="270183"/>
                  <a:pt x="369147" y="283692"/>
                  <a:pt x="362374" y="297201"/>
                </a:cubicBezTo>
                <a:cubicBezTo>
                  <a:pt x="389467" y="283692"/>
                  <a:pt x="409787" y="266805"/>
                  <a:pt x="423334" y="253296"/>
                </a:cubicBezTo>
                <a:cubicBezTo>
                  <a:pt x="409787" y="243164"/>
                  <a:pt x="389467" y="226278"/>
                  <a:pt x="362374" y="209392"/>
                </a:cubicBezTo>
                <a:close/>
                <a:moveTo>
                  <a:pt x="145626" y="209392"/>
                </a:moveTo>
                <a:cubicBezTo>
                  <a:pt x="118533" y="226278"/>
                  <a:pt x="98213" y="243164"/>
                  <a:pt x="88053" y="253296"/>
                </a:cubicBezTo>
                <a:cubicBezTo>
                  <a:pt x="98213" y="266805"/>
                  <a:pt x="118533" y="283692"/>
                  <a:pt x="145626" y="297201"/>
                </a:cubicBezTo>
                <a:cubicBezTo>
                  <a:pt x="138853" y="283692"/>
                  <a:pt x="138853" y="270183"/>
                  <a:pt x="138853" y="253296"/>
                </a:cubicBezTo>
                <a:cubicBezTo>
                  <a:pt x="138853" y="239787"/>
                  <a:pt x="138853" y="222901"/>
                  <a:pt x="145626" y="209392"/>
                </a:cubicBezTo>
                <a:close/>
                <a:moveTo>
                  <a:pt x="254413" y="205451"/>
                </a:moveTo>
                <a:cubicBezTo>
                  <a:pt x="281586" y="205451"/>
                  <a:pt x="305363" y="225831"/>
                  <a:pt x="305363" y="253005"/>
                </a:cubicBezTo>
                <a:cubicBezTo>
                  <a:pt x="305363" y="280178"/>
                  <a:pt x="281586" y="303955"/>
                  <a:pt x="254413" y="303955"/>
                </a:cubicBezTo>
                <a:cubicBezTo>
                  <a:pt x="227239" y="303955"/>
                  <a:pt x="206859" y="280178"/>
                  <a:pt x="206859" y="253005"/>
                </a:cubicBezTo>
                <a:cubicBezTo>
                  <a:pt x="206859" y="225831"/>
                  <a:pt x="227239" y="205451"/>
                  <a:pt x="254413" y="205451"/>
                </a:cubicBezTo>
                <a:close/>
                <a:moveTo>
                  <a:pt x="254000" y="175618"/>
                </a:moveTo>
                <a:cubicBezTo>
                  <a:pt x="209974" y="175618"/>
                  <a:pt x="176106" y="209392"/>
                  <a:pt x="176106" y="253296"/>
                </a:cubicBezTo>
                <a:cubicBezTo>
                  <a:pt x="176106" y="297201"/>
                  <a:pt x="209974" y="330974"/>
                  <a:pt x="254000" y="330974"/>
                </a:cubicBezTo>
                <a:cubicBezTo>
                  <a:pt x="298027" y="330974"/>
                  <a:pt x="331894" y="297201"/>
                  <a:pt x="331894" y="253296"/>
                </a:cubicBezTo>
                <a:cubicBezTo>
                  <a:pt x="331894" y="209392"/>
                  <a:pt x="298027" y="175618"/>
                  <a:pt x="254000" y="175618"/>
                </a:cubicBezTo>
                <a:close/>
                <a:moveTo>
                  <a:pt x="233680" y="77677"/>
                </a:moveTo>
                <a:cubicBezTo>
                  <a:pt x="165946" y="87809"/>
                  <a:pt x="104986" y="138468"/>
                  <a:pt x="84666" y="202637"/>
                </a:cubicBezTo>
                <a:cubicBezTo>
                  <a:pt x="125306" y="172241"/>
                  <a:pt x="186266" y="138468"/>
                  <a:pt x="254000" y="138468"/>
                </a:cubicBezTo>
                <a:cubicBezTo>
                  <a:pt x="325120" y="138468"/>
                  <a:pt x="386080" y="172241"/>
                  <a:pt x="423334" y="202637"/>
                </a:cubicBezTo>
                <a:cubicBezTo>
                  <a:pt x="403014" y="138468"/>
                  <a:pt x="345440" y="87809"/>
                  <a:pt x="274320" y="77677"/>
                </a:cubicBezTo>
                <a:cubicBezTo>
                  <a:pt x="274320" y="77677"/>
                  <a:pt x="274320" y="77677"/>
                  <a:pt x="274320" y="97941"/>
                </a:cubicBezTo>
                <a:cubicBezTo>
                  <a:pt x="274320" y="108073"/>
                  <a:pt x="264160" y="118205"/>
                  <a:pt x="254000" y="118205"/>
                </a:cubicBezTo>
                <a:cubicBezTo>
                  <a:pt x="243840" y="118205"/>
                  <a:pt x="233680" y="108073"/>
                  <a:pt x="233680" y="97941"/>
                </a:cubicBezTo>
                <a:cubicBezTo>
                  <a:pt x="233680" y="97941"/>
                  <a:pt x="233680" y="97941"/>
                  <a:pt x="233680" y="77677"/>
                </a:cubicBezTo>
                <a:close/>
                <a:moveTo>
                  <a:pt x="254000" y="0"/>
                </a:moveTo>
                <a:cubicBezTo>
                  <a:pt x="264160" y="0"/>
                  <a:pt x="274320" y="10132"/>
                  <a:pt x="274320" y="20264"/>
                </a:cubicBezTo>
                <a:cubicBezTo>
                  <a:pt x="274320" y="20264"/>
                  <a:pt x="274320" y="20264"/>
                  <a:pt x="274320" y="40527"/>
                </a:cubicBezTo>
                <a:cubicBezTo>
                  <a:pt x="375920" y="50659"/>
                  <a:pt x="460587" y="131714"/>
                  <a:pt x="470747" y="233033"/>
                </a:cubicBezTo>
                <a:cubicBezTo>
                  <a:pt x="470747" y="233033"/>
                  <a:pt x="470747" y="233033"/>
                  <a:pt x="491067" y="233033"/>
                </a:cubicBezTo>
                <a:cubicBezTo>
                  <a:pt x="501227" y="233033"/>
                  <a:pt x="508000" y="243164"/>
                  <a:pt x="508000" y="253296"/>
                </a:cubicBezTo>
                <a:cubicBezTo>
                  <a:pt x="508000" y="263428"/>
                  <a:pt x="501227" y="273560"/>
                  <a:pt x="491067" y="273560"/>
                </a:cubicBezTo>
                <a:cubicBezTo>
                  <a:pt x="491067" y="273560"/>
                  <a:pt x="491067" y="273560"/>
                  <a:pt x="470747" y="273560"/>
                </a:cubicBezTo>
                <a:cubicBezTo>
                  <a:pt x="460587" y="374878"/>
                  <a:pt x="375920" y="459310"/>
                  <a:pt x="274320" y="469442"/>
                </a:cubicBezTo>
                <a:cubicBezTo>
                  <a:pt x="274320" y="469442"/>
                  <a:pt x="274320" y="469442"/>
                  <a:pt x="274320" y="489706"/>
                </a:cubicBezTo>
                <a:cubicBezTo>
                  <a:pt x="274320" y="499838"/>
                  <a:pt x="264160" y="506592"/>
                  <a:pt x="254000" y="506592"/>
                </a:cubicBezTo>
                <a:cubicBezTo>
                  <a:pt x="243840" y="506592"/>
                  <a:pt x="233680" y="499838"/>
                  <a:pt x="233680" y="489706"/>
                </a:cubicBezTo>
                <a:cubicBezTo>
                  <a:pt x="233680" y="489706"/>
                  <a:pt x="233680" y="489706"/>
                  <a:pt x="233680" y="469442"/>
                </a:cubicBezTo>
                <a:cubicBezTo>
                  <a:pt x="132080" y="459310"/>
                  <a:pt x="50800" y="374878"/>
                  <a:pt x="40640" y="273560"/>
                </a:cubicBezTo>
                <a:cubicBezTo>
                  <a:pt x="40640" y="273560"/>
                  <a:pt x="40640" y="273560"/>
                  <a:pt x="20320" y="273560"/>
                </a:cubicBezTo>
                <a:cubicBezTo>
                  <a:pt x="10160" y="273560"/>
                  <a:pt x="0" y="263428"/>
                  <a:pt x="0" y="253296"/>
                </a:cubicBezTo>
                <a:cubicBezTo>
                  <a:pt x="0" y="243164"/>
                  <a:pt x="10160" y="233033"/>
                  <a:pt x="20320" y="233033"/>
                </a:cubicBezTo>
                <a:cubicBezTo>
                  <a:pt x="20320" y="233033"/>
                  <a:pt x="20320" y="233033"/>
                  <a:pt x="40640" y="233033"/>
                </a:cubicBezTo>
                <a:cubicBezTo>
                  <a:pt x="50800" y="131714"/>
                  <a:pt x="132080" y="50659"/>
                  <a:pt x="233680" y="40527"/>
                </a:cubicBezTo>
                <a:cubicBezTo>
                  <a:pt x="233680" y="40527"/>
                  <a:pt x="233680" y="40527"/>
                  <a:pt x="233680" y="20264"/>
                </a:cubicBezTo>
                <a:cubicBezTo>
                  <a:pt x="233680" y="10132"/>
                  <a:pt x="243840" y="0"/>
                  <a:pt x="254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21"/>
          <p:cNvSpPr/>
          <p:nvPr/>
        </p:nvSpPr>
        <p:spPr>
          <a:xfrm>
            <a:off x="3470400" y="2217240"/>
            <a:ext cx="856800" cy="85680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4" name="CustomShape 22"/>
          <p:cNvSpPr/>
          <p:nvPr/>
        </p:nvSpPr>
        <p:spPr>
          <a:xfrm>
            <a:off x="3542760" y="2289960"/>
            <a:ext cx="711720" cy="71172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CustomShape 23"/>
          <p:cNvSpPr/>
          <p:nvPr/>
        </p:nvSpPr>
        <p:spPr>
          <a:xfrm>
            <a:off x="3626280" y="2373120"/>
            <a:ext cx="545040" cy="545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6" name="CustomShape 24"/>
          <p:cNvSpPr/>
          <p:nvPr/>
        </p:nvSpPr>
        <p:spPr>
          <a:xfrm>
            <a:off x="3764520" y="2511360"/>
            <a:ext cx="268920" cy="268920"/>
          </a:xfrm>
          <a:custGeom>
            <a:avLst/>
            <a:gdLst/>
            <a:ahLst/>
            <a:cxnLst/>
            <a:rect l="l" t="t" r="r" b="b"/>
            <a:pathLst>
              <a:path w="502142" h="502347">
                <a:moveTo>
                  <a:pt x="185778" y="245107"/>
                </a:moveTo>
                <a:cubicBezTo>
                  <a:pt x="185778" y="245107"/>
                  <a:pt x="185778" y="245107"/>
                  <a:pt x="181850" y="247726"/>
                </a:cubicBezTo>
                <a:cubicBezTo>
                  <a:pt x="181850" y="247726"/>
                  <a:pt x="181850" y="247726"/>
                  <a:pt x="196252" y="262134"/>
                </a:cubicBezTo>
                <a:cubicBezTo>
                  <a:pt x="196252" y="262134"/>
                  <a:pt x="196252" y="262134"/>
                  <a:pt x="198871" y="259515"/>
                </a:cubicBezTo>
                <a:cubicBezTo>
                  <a:pt x="198871" y="259515"/>
                  <a:pt x="198871" y="258205"/>
                  <a:pt x="198871" y="258205"/>
                </a:cubicBezTo>
                <a:cubicBezTo>
                  <a:pt x="198871" y="258205"/>
                  <a:pt x="198871" y="258205"/>
                  <a:pt x="197562" y="256895"/>
                </a:cubicBezTo>
                <a:cubicBezTo>
                  <a:pt x="197562" y="256895"/>
                  <a:pt x="196252" y="256895"/>
                  <a:pt x="196252" y="255585"/>
                </a:cubicBezTo>
                <a:cubicBezTo>
                  <a:pt x="191015" y="254275"/>
                  <a:pt x="187087" y="250346"/>
                  <a:pt x="187087" y="245107"/>
                </a:cubicBezTo>
                <a:cubicBezTo>
                  <a:pt x="187087" y="245107"/>
                  <a:pt x="187087" y="245107"/>
                  <a:pt x="185778" y="245107"/>
                </a:cubicBezTo>
                <a:close/>
                <a:moveTo>
                  <a:pt x="300657" y="124890"/>
                </a:moveTo>
                <a:cubicBezTo>
                  <a:pt x="318976" y="124890"/>
                  <a:pt x="333369" y="140543"/>
                  <a:pt x="333369" y="157500"/>
                </a:cubicBezTo>
                <a:cubicBezTo>
                  <a:pt x="333369" y="175761"/>
                  <a:pt x="318976" y="191414"/>
                  <a:pt x="300657" y="191414"/>
                </a:cubicBezTo>
                <a:cubicBezTo>
                  <a:pt x="282339" y="191414"/>
                  <a:pt x="267945" y="175761"/>
                  <a:pt x="267945" y="157500"/>
                </a:cubicBezTo>
                <a:cubicBezTo>
                  <a:pt x="267945" y="140543"/>
                  <a:pt x="282339" y="124890"/>
                  <a:pt x="300657" y="124890"/>
                </a:cubicBezTo>
                <a:close/>
                <a:moveTo>
                  <a:pt x="251242" y="83999"/>
                </a:moveTo>
                <a:cubicBezTo>
                  <a:pt x="226366" y="83999"/>
                  <a:pt x="202799" y="89238"/>
                  <a:pt x="180541" y="99717"/>
                </a:cubicBezTo>
                <a:cubicBezTo>
                  <a:pt x="96747" y="137702"/>
                  <a:pt x="60087" y="237248"/>
                  <a:pt x="99366" y="321076"/>
                </a:cubicBezTo>
                <a:cubicBezTo>
                  <a:pt x="125551" y="381328"/>
                  <a:pt x="185778" y="419313"/>
                  <a:pt x="251242" y="419313"/>
                </a:cubicBezTo>
                <a:cubicBezTo>
                  <a:pt x="256479" y="419313"/>
                  <a:pt x="263025" y="419313"/>
                  <a:pt x="268263" y="418003"/>
                </a:cubicBezTo>
                <a:cubicBezTo>
                  <a:pt x="266953" y="418003"/>
                  <a:pt x="265644" y="418003"/>
                  <a:pt x="264335" y="418003"/>
                </a:cubicBezTo>
                <a:cubicBezTo>
                  <a:pt x="256479" y="415383"/>
                  <a:pt x="252551" y="407524"/>
                  <a:pt x="253861" y="399665"/>
                </a:cubicBezTo>
                <a:cubicBezTo>
                  <a:pt x="253861" y="399665"/>
                  <a:pt x="253861" y="399665"/>
                  <a:pt x="270881" y="336794"/>
                </a:cubicBezTo>
                <a:cubicBezTo>
                  <a:pt x="270881" y="336794"/>
                  <a:pt x="270881" y="336794"/>
                  <a:pt x="251242" y="307978"/>
                </a:cubicBezTo>
                <a:cubicBezTo>
                  <a:pt x="249933" y="307978"/>
                  <a:pt x="248623" y="306668"/>
                  <a:pt x="247314" y="306668"/>
                </a:cubicBezTo>
                <a:cubicBezTo>
                  <a:pt x="247314" y="306668"/>
                  <a:pt x="247314" y="306668"/>
                  <a:pt x="236840" y="335484"/>
                </a:cubicBezTo>
                <a:cubicBezTo>
                  <a:pt x="234221" y="342033"/>
                  <a:pt x="228984" y="345963"/>
                  <a:pt x="222438" y="345963"/>
                </a:cubicBezTo>
                <a:cubicBezTo>
                  <a:pt x="222438" y="345963"/>
                  <a:pt x="222438" y="345963"/>
                  <a:pt x="173995" y="348582"/>
                </a:cubicBezTo>
                <a:cubicBezTo>
                  <a:pt x="166139" y="348582"/>
                  <a:pt x="159592" y="342033"/>
                  <a:pt x="158283" y="334174"/>
                </a:cubicBezTo>
                <a:cubicBezTo>
                  <a:pt x="158283" y="325006"/>
                  <a:pt x="164830" y="318457"/>
                  <a:pt x="172685" y="318457"/>
                </a:cubicBezTo>
                <a:cubicBezTo>
                  <a:pt x="172685" y="318457"/>
                  <a:pt x="172685" y="318457"/>
                  <a:pt x="211964" y="315837"/>
                </a:cubicBezTo>
                <a:cubicBezTo>
                  <a:pt x="211964" y="315837"/>
                  <a:pt x="211964" y="315837"/>
                  <a:pt x="223747" y="283092"/>
                </a:cubicBezTo>
                <a:cubicBezTo>
                  <a:pt x="223747" y="279162"/>
                  <a:pt x="223747" y="276542"/>
                  <a:pt x="225056" y="272613"/>
                </a:cubicBezTo>
                <a:cubicBezTo>
                  <a:pt x="225056" y="272613"/>
                  <a:pt x="225056" y="272613"/>
                  <a:pt x="242077" y="217601"/>
                </a:cubicBezTo>
                <a:cubicBezTo>
                  <a:pt x="239458" y="218910"/>
                  <a:pt x="236840" y="220220"/>
                  <a:pt x="234221" y="221530"/>
                </a:cubicBezTo>
                <a:cubicBezTo>
                  <a:pt x="222438" y="228079"/>
                  <a:pt x="214582" y="237248"/>
                  <a:pt x="211964" y="247726"/>
                </a:cubicBezTo>
                <a:cubicBezTo>
                  <a:pt x="210654" y="251656"/>
                  <a:pt x="206726" y="255585"/>
                  <a:pt x="201489" y="256895"/>
                </a:cubicBezTo>
                <a:cubicBezTo>
                  <a:pt x="202799" y="258205"/>
                  <a:pt x="202799" y="260825"/>
                  <a:pt x="201489" y="262134"/>
                </a:cubicBezTo>
                <a:cubicBezTo>
                  <a:pt x="201489" y="262134"/>
                  <a:pt x="201489" y="262134"/>
                  <a:pt x="197562" y="264754"/>
                </a:cubicBezTo>
                <a:cubicBezTo>
                  <a:pt x="197562" y="264754"/>
                  <a:pt x="197562" y="264754"/>
                  <a:pt x="211964" y="279162"/>
                </a:cubicBezTo>
                <a:cubicBezTo>
                  <a:pt x="211964" y="279162"/>
                  <a:pt x="211964" y="279162"/>
                  <a:pt x="175304" y="311908"/>
                </a:cubicBezTo>
                <a:cubicBezTo>
                  <a:pt x="175304" y="311908"/>
                  <a:pt x="175304" y="311908"/>
                  <a:pt x="130788" y="264754"/>
                </a:cubicBezTo>
                <a:cubicBezTo>
                  <a:pt x="130788" y="264754"/>
                  <a:pt x="130788" y="264754"/>
                  <a:pt x="166139" y="230699"/>
                </a:cubicBezTo>
                <a:cubicBezTo>
                  <a:pt x="166139" y="230699"/>
                  <a:pt x="166139" y="230699"/>
                  <a:pt x="179232" y="245107"/>
                </a:cubicBezTo>
                <a:cubicBezTo>
                  <a:pt x="179232" y="245107"/>
                  <a:pt x="179232" y="245107"/>
                  <a:pt x="183159" y="242487"/>
                </a:cubicBezTo>
                <a:cubicBezTo>
                  <a:pt x="184469" y="241177"/>
                  <a:pt x="185778" y="241177"/>
                  <a:pt x="187087" y="241177"/>
                </a:cubicBezTo>
                <a:cubicBezTo>
                  <a:pt x="187087" y="241177"/>
                  <a:pt x="187087" y="241177"/>
                  <a:pt x="187087" y="239867"/>
                </a:cubicBezTo>
                <a:cubicBezTo>
                  <a:pt x="191015" y="224150"/>
                  <a:pt x="204108" y="209742"/>
                  <a:pt x="222438" y="199263"/>
                </a:cubicBezTo>
                <a:cubicBezTo>
                  <a:pt x="238149" y="190094"/>
                  <a:pt x="255170" y="186165"/>
                  <a:pt x="270881" y="186165"/>
                </a:cubicBezTo>
                <a:cubicBezTo>
                  <a:pt x="273500" y="186165"/>
                  <a:pt x="274809" y="186165"/>
                  <a:pt x="276118" y="186165"/>
                </a:cubicBezTo>
                <a:cubicBezTo>
                  <a:pt x="276118" y="186165"/>
                  <a:pt x="280046" y="187475"/>
                  <a:pt x="283974" y="187475"/>
                </a:cubicBezTo>
                <a:cubicBezTo>
                  <a:pt x="285283" y="188785"/>
                  <a:pt x="285283" y="188785"/>
                  <a:pt x="286592" y="188785"/>
                </a:cubicBezTo>
                <a:cubicBezTo>
                  <a:pt x="287902" y="190094"/>
                  <a:pt x="289211" y="190094"/>
                  <a:pt x="291830" y="191404"/>
                </a:cubicBezTo>
                <a:cubicBezTo>
                  <a:pt x="297067" y="195334"/>
                  <a:pt x="302304" y="201883"/>
                  <a:pt x="304922" y="208432"/>
                </a:cubicBezTo>
                <a:cubicBezTo>
                  <a:pt x="304922" y="208432"/>
                  <a:pt x="304922" y="209742"/>
                  <a:pt x="304922" y="209742"/>
                </a:cubicBezTo>
                <a:cubicBezTo>
                  <a:pt x="307541" y="214981"/>
                  <a:pt x="312778" y="220220"/>
                  <a:pt x="321943" y="222840"/>
                </a:cubicBezTo>
                <a:cubicBezTo>
                  <a:pt x="332417" y="225459"/>
                  <a:pt x="344201" y="224150"/>
                  <a:pt x="350747" y="218910"/>
                </a:cubicBezTo>
                <a:cubicBezTo>
                  <a:pt x="355984" y="214981"/>
                  <a:pt x="363840" y="214981"/>
                  <a:pt x="367768" y="220220"/>
                </a:cubicBezTo>
                <a:cubicBezTo>
                  <a:pt x="373005" y="225459"/>
                  <a:pt x="371696" y="233318"/>
                  <a:pt x="366458" y="238558"/>
                </a:cubicBezTo>
                <a:cubicBezTo>
                  <a:pt x="358603" y="246417"/>
                  <a:pt x="345510" y="250346"/>
                  <a:pt x="332417" y="250346"/>
                </a:cubicBezTo>
                <a:cubicBezTo>
                  <a:pt x="327180" y="250346"/>
                  <a:pt x="320634" y="249036"/>
                  <a:pt x="315397" y="247726"/>
                </a:cubicBezTo>
                <a:cubicBezTo>
                  <a:pt x="308850" y="245107"/>
                  <a:pt x="303613" y="243797"/>
                  <a:pt x="298376" y="239867"/>
                </a:cubicBezTo>
                <a:cubicBezTo>
                  <a:pt x="298376" y="239867"/>
                  <a:pt x="298376" y="239867"/>
                  <a:pt x="282665" y="290950"/>
                </a:cubicBezTo>
                <a:cubicBezTo>
                  <a:pt x="281355" y="293570"/>
                  <a:pt x="281355" y="294880"/>
                  <a:pt x="280046" y="296190"/>
                </a:cubicBezTo>
                <a:cubicBezTo>
                  <a:pt x="280046" y="296190"/>
                  <a:pt x="280046" y="296190"/>
                  <a:pt x="299685" y="325006"/>
                </a:cubicBezTo>
                <a:cubicBezTo>
                  <a:pt x="302304" y="328935"/>
                  <a:pt x="303613" y="332865"/>
                  <a:pt x="302304" y="336794"/>
                </a:cubicBezTo>
                <a:cubicBezTo>
                  <a:pt x="302304" y="336794"/>
                  <a:pt x="302304" y="336794"/>
                  <a:pt x="282665" y="407524"/>
                </a:cubicBezTo>
                <a:cubicBezTo>
                  <a:pt x="281355" y="412764"/>
                  <a:pt x="277428" y="416693"/>
                  <a:pt x="272190" y="418003"/>
                </a:cubicBezTo>
                <a:cubicBezTo>
                  <a:pt x="289211" y="415383"/>
                  <a:pt x="304922" y="411454"/>
                  <a:pt x="320634" y="403595"/>
                </a:cubicBezTo>
                <a:cubicBezTo>
                  <a:pt x="405737" y="365610"/>
                  <a:pt x="442397" y="264754"/>
                  <a:pt x="403118" y="180926"/>
                </a:cubicBezTo>
                <a:cubicBezTo>
                  <a:pt x="375623" y="121984"/>
                  <a:pt x="316706" y="83999"/>
                  <a:pt x="251242" y="83999"/>
                </a:cubicBezTo>
                <a:close/>
                <a:moveTo>
                  <a:pt x="324562" y="1480"/>
                </a:moveTo>
                <a:cubicBezTo>
                  <a:pt x="324562" y="1480"/>
                  <a:pt x="324562" y="1480"/>
                  <a:pt x="357294" y="14579"/>
                </a:cubicBezTo>
                <a:cubicBezTo>
                  <a:pt x="374314" y="21128"/>
                  <a:pt x="383479" y="39465"/>
                  <a:pt x="376933" y="56493"/>
                </a:cubicBezTo>
                <a:cubicBezTo>
                  <a:pt x="376933" y="56493"/>
                  <a:pt x="376933" y="56493"/>
                  <a:pt x="366458" y="82689"/>
                </a:cubicBezTo>
                <a:cubicBezTo>
                  <a:pt x="383479" y="93168"/>
                  <a:pt x="397881" y="107576"/>
                  <a:pt x="410974" y="123294"/>
                </a:cubicBezTo>
                <a:cubicBezTo>
                  <a:pt x="410974" y="123294"/>
                  <a:pt x="410974" y="123294"/>
                  <a:pt x="435850" y="110195"/>
                </a:cubicBezTo>
                <a:cubicBezTo>
                  <a:pt x="452871" y="103646"/>
                  <a:pt x="471201" y="110195"/>
                  <a:pt x="479056" y="127223"/>
                </a:cubicBezTo>
                <a:cubicBezTo>
                  <a:pt x="479056" y="127223"/>
                  <a:pt x="479056" y="127223"/>
                  <a:pt x="493458" y="159969"/>
                </a:cubicBezTo>
                <a:cubicBezTo>
                  <a:pt x="501314" y="175686"/>
                  <a:pt x="494768" y="194024"/>
                  <a:pt x="477747" y="201883"/>
                </a:cubicBezTo>
                <a:cubicBezTo>
                  <a:pt x="477747" y="201883"/>
                  <a:pt x="477747" y="201883"/>
                  <a:pt x="452871" y="213671"/>
                </a:cubicBezTo>
                <a:cubicBezTo>
                  <a:pt x="455489" y="233318"/>
                  <a:pt x="456799" y="252966"/>
                  <a:pt x="454180" y="272613"/>
                </a:cubicBezTo>
                <a:cubicBezTo>
                  <a:pt x="454180" y="272613"/>
                  <a:pt x="454180" y="272613"/>
                  <a:pt x="481675" y="283092"/>
                </a:cubicBezTo>
                <a:cubicBezTo>
                  <a:pt x="497386" y="289641"/>
                  <a:pt x="506551" y="307978"/>
                  <a:pt x="500005" y="323696"/>
                </a:cubicBezTo>
                <a:cubicBezTo>
                  <a:pt x="500005" y="323696"/>
                  <a:pt x="500005" y="323696"/>
                  <a:pt x="488221" y="357751"/>
                </a:cubicBezTo>
                <a:cubicBezTo>
                  <a:pt x="485603" y="365610"/>
                  <a:pt x="479056" y="372159"/>
                  <a:pt x="471201" y="376089"/>
                </a:cubicBezTo>
                <a:cubicBezTo>
                  <a:pt x="463345" y="380018"/>
                  <a:pt x="454180" y="380018"/>
                  <a:pt x="446324" y="377399"/>
                </a:cubicBezTo>
                <a:cubicBezTo>
                  <a:pt x="446324" y="377399"/>
                  <a:pt x="446324" y="377399"/>
                  <a:pt x="420139" y="366920"/>
                </a:cubicBezTo>
                <a:cubicBezTo>
                  <a:pt x="408355" y="383948"/>
                  <a:pt x="395263" y="398356"/>
                  <a:pt x="379551" y="410144"/>
                </a:cubicBezTo>
                <a:cubicBezTo>
                  <a:pt x="379551" y="410144"/>
                  <a:pt x="379551" y="410144"/>
                  <a:pt x="391335" y="436340"/>
                </a:cubicBezTo>
                <a:cubicBezTo>
                  <a:pt x="399190" y="452058"/>
                  <a:pt x="392644" y="471705"/>
                  <a:pt x="375623" y="479564"/>
                </a:cubicBezTo>
                <a:cubicBezTo>
                  <a:pt x="375623" y="479564"/>
                  <a:pt x="375623" y="479564"/>
                  <a:pt x="342891" y="493972"/>
                </a:cubicBezTo>
                <a:cubicBezTo>
                  <a:pt x="327180" y="501831"/>
                  <a:pt x="307541" y="495282"/>
                  <a:pt x="300995" y="478255"/>
                </a:cubicBezTo>
                <a:cubicBezTo>
                  <a:pt x="300995" y="478255"/>
                  <a:pt x="300995" y="478255"/>
                  <a:pt x="289211" y="453368"/>
                </a:cubicBezTo>
                <a:cubicBezTo>
                  <a:pt x="268263" y="455988"/>
                  <a:pt x="248623" y="457297"/>
                  <a:pt x="228984" y="454678"/>
                </a:cubicBezTo>
                <a:cubicBezTo>
                  <a:pt x="228984" y="454678"/>
                  <a:pt x="228984" y="454678"/>
                  <a:pt x="219819" y="482184"/>
                </a:cubicBezTo>
                <a:cubicBezTo>
                  <a:pt x="217201" y="490043"/>
                  <a:pt x="210654" y="496592"/>
                  <a:pt x="202799" y="499212"/>
                </a:cubicBezTo>
                <a:cubicBezTo>
                  <a:pt x="194943" y="503141"/>
                  <a:pt x="185778" y="503141"/>
                  <a:pt x="177922" y="500522"/>
                </a:cubicBezTo>
                <a:cubicBezTo>
                  <a:pt x="177922" y="500522"/>
                  <a:pt x="177922" y="500522"/>
                  <a:pt x="143881" y="488733"/>
                </a:cubicBezTo>
                <a:cubicBezTo>
                  <a:pt x="136025" y="484804"/>
                  <a:pt x="129479" y="479564"/>
                  <a:pt x="126861" y="471705"/>
                </a:cubicBezTo>
                <a:cubicBezTo>
                  <a:pt x="122933" y="463847"/>
                  <a:pt x="122933" y="454678"/>
                  <a:pt x="125551" y="446819"/>
                </a:cubicBezTo>
                <a:cubicBezTo>
                  <a:pt x="125551" y="446819"/>
                  <a:pt x="125551" y="446819"/>
                  <a:pt x="134716" y="420623"/>
                </a:cubicBezTo>
                <a:cubicBezTo>
                  <a:pt x="119005" y="408834"/>
                  <a:pt x="104603" y="395736"/>
                  <a:pt x="91510" y="380018"/>
                </a:cubicBezTo>
                <a:cubicBezTo>
                  <a:pt x="91510" y="380018"/>
                  <a:pt x="91510" y="380018"/>
                  <a:pt x="66634" y="391807"/>
                </a:cubicBezTo>
                <a:cubicBezTo>
                  <a:pt x="49613" y="399665"/>
                  <a:pt x="31283" y="391807"/>
                  <a:pt x="23428" y="376089"/>
                </a:cubicBezTo>
                <a:cubicBezTo>
                  <a:pt x="23428" y="376089"/>
                  <a:pt x="23428" y="376089"/>
                  <a:pt x="7716" y="343343"/>
                </a:cubicBezTo>
                <a:cubicBezTo>
                  <a:pt x="1170" y="327625"/>
                  <a:pt x="7716" y="307978"/>
                  <a:pt x="23428" y="300119"/>
                </a:cubicBezTo>
                <a:cubicBezTo>
                  <a:pt x="23428" y="300119"/>
                  <a:pt x="23428" y="300119"/>
                  <a:pt x="49613" y="288331"/>
                </a:cubicBezTo>
                <a:cubicBezTo>
                  <a:pt x="45685" y="268684"/>
                  <a:pt x="45685" y="249036"/>
                  <a:pt x="48304" y="229389"/>
                </a:cubicBezTo>
                <a:cubicBezTo>
                  <a:pt x="48304" y="229389"/>
                  <a:pt x="48304" y="229389"/>
                  <a:pt x="20809" y="220220"/>
                </a:cubicBezTo>
                <a:cubicBezTo>
                  <a:pt x="12953" y="216291"/>
                  <a:pt x="6407" y="211051"/>
                  <a:pt x="2479" y="203193"/>
                </a:cubicBezTo>
                <a:cubicBezTo>
                  <a:pt x="-139" y="195334"/>
                  <a:pt x="-1449" y="186165"/>
                  <a:pt x="2479" y="178306"/>
                </a:cubicBezTo>
                <a:cubicBezTo>
                  <a:pt x="2479" y="178306"/>
                  <a:pt x="2479" y="178306"/>
                  <a:pt x="14263" y="144251"/>
                </a:cubicBezTo>
                <a:cubicBezTo>
                  <a:pt x="20809" y="128533"/>
                  <a:pt x="39139" y="119364"/>
                  <a:pt x="56159" y="125913"/>
                </a:cubicBezTo>
                <a:cubicBezTo>
                  <a:pt x="56159" y="125913"/>
                  <a:pt x="56159" y="125913"/>
                  <a:pt x="82345" y="135082"/>
                </a:cubicBezTo>
                <a:cubicBezTo>
                  <a:pt x="92819" y="119364"/>
                  <a:pt x="107221" y="104956"/>
                  <a:pt x="122933" y="91858"/>
                </a:cubicBezTo>
                <a:cubicBezTo>
                  <a:pt x="122933" y="91858"/>
                  <a:pt x="122933" y="91858"/>
                  <a:pt x="111149" y="65662"/>
                </a:cubicBezTo>
                <a:cubicBezTo>
                  <a:pt x="103294" y="49944"/>
                  <a:pt x="109840" y="30296"/>
                  <a:pt x="126861" y="23747"/>
                </a:cubicBezTo>
                <a:cubicBezTo>
                  <a:pt x="126861" y="23747"/>
                  <a:pt x="126861" y="23747"/>
                  <a:pt x="159592" y="8029"/>
                </a:cubicBezTo>
                <a:cubicBezTo>
                  <a:pt x="175304" y="1480"/>
                  <a:pt x="194943" y="8029"/>
                  <a:pt x="201489" y="23747"/>
                </a:cubicBezTo>
                <a:cubicBezTo>
                  <a:pt x="201489" y="23747"/>
                  <a:pt x="201489" y="23747"/>
                  <a:pt x="213273" y="49944"/>
                </a:cubicBezTo>
                <a:cubicBezTo>
                  <a:pt x="232912" y="46014"/>
                  <a:pt x="253861" y="46014"/>
                  <a:pt x="272190" y="47324"/>
                </a:cubicBezTo>
                <a:cubicBezTo>
                  <a:pt x="272190" y="47324"/>
                  <a:pt x="272190" y="47324"/>
                  <a:pt x="282665" y="21128"/>
                </a:cubicBezTo>
                <a:cubicBezTo>
                  <a:pt x="289211" y="5410"/>
                  <a:pt x="307541" y="-3759"/>
                  <a:pt x="324562" y="14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Line 25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8" name="Line 26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9" name="CustomShape 27"/>
          <p:cNvSpPr/>
          <p:nvPr/>
        </p:nvSpPr>
        <p:spPr>
          <a:xfrm>
            <a:off x="4379400" y="345240"/>
            <a:ext cx="343404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初步运维系统上线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0" name="CustomShape 28"/>
          <p:cNvSpPr/>
          <p:nvPr/>
        </p:nvSpPr>
        <p:spPr>
          <a:xfrm>
            <a:off x="2514600" y="875880"/>
            <a:ext cx="718560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CustomShape 29"/>
          <p:cNvSpPr/>
          <p:nvPr/>
        </p:nvSpPr>
        <p:spPr>
          <a:xfrm>
            <a:off x="8215560" y="2305800"/>
            <a:ext cx="2674080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几十台到几百台服务器，批量运维的运维工具，web化的界面。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72" name="CustomShape 30"/>
          <p:cNvSpPr/>
          <p:nvPr/>
        </p:nvSpPr>
        <p:spPr>
          <a:xfrm>
            <a:off x="8215560" y="1955160"/>
            <a:ext cx="24382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代UI的批量运维工具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3" name="CustomShape 31"/>
          <p:cNvSpPr/>
          <p:nvPr/>
        </p:nvSpPr>
        <p:spPr>
          <a:xfrm>
            <a:off x="8418240" y="5043960"/>
            <a:ext cx="2883600" cy="114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而如何把打好的包发布至各台服务器，通过批量运维工具或者脚本来完成了。</a:t>
            </a: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版本发布的过程涉及到很多细节，包括了版本文件的上传、分发、版本管理、回滚等各种操作。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74" name="CustomShape 32"/>
          <p:cNvSpPr/>
          <p:nvPr/>
        </p:nvSpPr>
        <p:spPr>
          <a:xfrm>
            <a:off x="8418240" y="4693320"/>
            <a:ext cx="2244960" cy="69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持续集成和发布工具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75" name="CustomShape 33"/>
          <p:cNvSpPr/>
          <p:nvPr/>
        </p:nvSpPr>
        <p:spPr>
          <a:xfrm>
            <a:off x="3889440" y="5601240"/>
            <a:ext cx="2674080" cy="92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线上系统最常规的问题定位方式，就是日志分析了。</a:t>
            </a: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随着服务器的增多，日志的分析定位也成为一个难点和痛点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76" name="CustomShape 34"/>
          <p:cNvSpPr/>
          <p:nvPr/>
        </p:nvSpPr>
        <p:spPr>
          <a:xfrm>
            <a:off x="3889440" y="525096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日志可控，可分析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7" name="CustomShape 35"/>
          <p:cNvSpPr/>
          <p:nvPr/>
        </p:nvSpPr>
        <p:spPr>
          <a:xfrm>
            <a:off x="1762200" y="4260240"/>
            <a:ext cx="267408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做的好一些应该能进行更深入、或者关联性的性能分析。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78" name="CustomShape 36"/>
          <p:cNvSpPr/>
          <p:nvPr/>
        </p:nvSpPr>
        <p:spPr>
          <a:xfrm>
            <a:off x="1762200" y="390996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应用性能分析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9" name="CustomShape 37"/>
          <p:cNvSpPr/>
          <p:nvPr/>
        </p:nvSpPr>
        <p:spPr>
          <a:xfrm>
            <a:off x="720000" y="2016000"/>
            <a:ext cx="2674080" cy="136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能支持对平台的可用性、服务器的性能、各种服务（web服务、应用服务、数据库服务）的性能进行监控。</a:t>
            </a: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280" name="CustomShape 38"/>
          <p:cNvSpPr/>
          <p:nvPr/>
        </p:nvSpPr>
        <p:spPr>
          <a:xfrm>
            <a:off x="1189080" y="1625400"/>
            <a:ext cx="2081880" cy="69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比较完备的监控</a:t>
            </a:r>
            <a:endParaRPr lang="en-US" sz="18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 rot="16200000" flipV="1">
            <a:off x="-1096200" y="1443600"/>
            <a:ext cx="6164280" cy="3965760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2" name="Line 2"/>
          <p:cNvSpPr/>
          <p:nvPr/>
        </p:nvSpPr>
        <p:spPr>
          <a:xfrm flipH="1">
            <a:off x="9535680" y="-1440"/>
            <a:ext cx="2656080" cy="2202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3" name="Line 3"/>
          <p:cNvSpPr/>
          <p:nvPr/>
        </p:nvSpPr>
        <p:spPr>
          <a:xfrm flipH="1">
            <a:off x="3578040" y="4766760"/>
            <a:ext cx="1155960" cy="959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4" name="CustomShape 4"/>
          <p:cNvSpPr/>
          <p:nvPr/>
        </p:nvSpPr>
        <p:spPr>
          <a:xfrm>
            <a:off x="4269600" y="1971000"/>
            <a:ext cx="3182760" cy="19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6000" b="0" strike="noStrike" spc="-1">
                <a:solidFill>
                  <a:srgbClr val="404040"/>
                </a:solidFill>
                <a:latin typeface="Agency FB"/>
                <a:ea typeface="微软雅黑"/>
              </a:rPr>
              <a:t>PART 04</a:t>
            </a:r>
            <a:endParaRPr lang="en-US" sz="6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6000" b="0" strike="noStrike" spc="-1">
              <a:latin typeface="Arial"/>
            </a:endParaRPr>
          </a:p>
        </p:txBody>
      </p:sp>
      <p:sp>
        <p:nvSpPr>
          <p:cNvPr id="285" name="CustomShape 5"/>
          <p:cNvSpPr/>
          <p:nvPr/>
        </p:nvSpPr>
        <p:spPr>
          <a:xfrm>
            <a:off x="5126400" y="3038760"/>
            <a:ext cx="3731400" cy="130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让运维成为艺术</a:t>
            </a:r>
            <a:endParaRPr lang="en-US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000" b="0" strike="noStrike" spc="-1">
              <a:latin typeface="Arial"/>
            </a:endParaRPr>
          </a:p>
        </p:txBody>
      </p:sp>
      <p:sp>
        <p:nvSpPr>
          <p:cNvPr id="286" name="CustomShape 6"/>
          <p:cNvSpPr/>
          <p:nvPr/>
        </p:nvSpPr>
        <p:spPr>
          <a:xfrm>
            <a:off x="6264000" y="3708360"/>
            <a:ext cx="1985040" cy="63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持续进行中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87" name="CustomShape 7"/>
          <p:cNvSpPr/>
          <p:nvPr/>
        </p:nvSpPr>
        <p:spPr>
          <a:xfrm>
            <a:off x="10445400" y="5500800"/>
            <a:ext cx="1743840" cy="1354680"/>
          </a:xfrm>
          <a:custGeom>
            <a:avLst/>
            <a:gdLst/>
            <a:ahLst/>
            <a:cxnLst/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8" name="Line 8"/>
          <p:cNvSpPr/>
          <p:nvPr/>
        </p:nvSpPr>
        <p:spPr>
          <a:xfrm flipH="1">
            <a:off x="9727560" y="6378480"/>
            <a:ext cx="578160" cy="4795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3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Line 1"/>
          <p:cNvSpPr/>
          <p:nvPr/>
        </p:nvSpPr>
        <p:spPr>
          <a:xfrm>
            <a:off x="2141640" y="3749400"/>
            <a:ext cx="360" cy="407880"/>
          </a:xfrm>
          <a:prstGeom prst="line">
            <a:avLst/>
          </a:prstGeom>
          <a:ln w="12600">
            <a:solidFill>
              <a:schemeClr val="bg1">
                <a:lumMod val="75000"/>
              </a:schemeClr>
            </a:solidFill>
            <a:custDash>
              <a:ds d="100000" sp="100000"/>
            </a:custDash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0" name="Line 2"/>
          <p:cNvSpPr/>
          <p:nvPr/>
        </p:nvSpPr>
        <p:spPr>
          <a:xfrm>
            <a:off x="4108320" y="4378680"/>
            <a:ext cx="360" cy="407880"/>
          </a:xfrm>
          <a:prstGeom prst="line">
            <a:avLst/>
          </a:prstGeom>
          <a:ln w="12600">
            <a:solidFill>
              <a:schemeClr val="bg1">
                <a:lumMod val="75000"/>
              </a:schemeClr>
            </a:solidFill>
            <a:custDash>
              <a:ds d="100000" sp="100000"/>
            </a:custDash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1" name="Line 3"/>
          <p:cNvSpPr/>
          <p:nvPr/>
        </p:nvSpPr>
        <p:spPr>
          <a:xfrm>
            <a:off x="6073560" y="3787920"/>
            <a:ext cx="360" cy="407880"/>
          </a:xfrm>
          <a:prstGeom prst="line">
            <a:avLst/>
          </a:prstGeom>
          <a:ln w="12600">
            <a:solidFill>
              <a:schemeClr val="bg1">
                <a:lumMod val="75000"/>
              </a:schemeClr>
            </a:solidFill>
            <a:custDash>
              <a:ds d="100000" sp="100000"/>
            </a:custDash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2" name="Line 4"/>
          <p:cNvSpPr/>
          <p:nvPr/>
        </p:nvSpPr>
        <p:spPr>
          <a:xfrm>
            <a:off x="8038800" y="4417920"/>
            <a:ext cx="360" cy="407880"/>
          </a:xfrm>
          <a:prstGeom prst="line">
            <a:avLst/>
          </a:prstGeom>
          <a:ln w="12600">
            <a:solidFill>
              <a:schemeClr val="bg1">
                <a:lumMod val="75000"/>
              </a:schemeClr>
            </a:solidFill>
            <a:custDash>
              <a:ds d="100000" sp="100000"/>
            </a:custDash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3" name="Line 5"/>
          <p:cNvSpPr/>
          <p:nvPr/>
        </p:nvSpPr>
        <p:spPr>
          <a:xfrm>
            <a:off x="10002240" y="3827160"/>
            <a:ext cx="360" cy="407880"/>
          </a:xfrm>
          <a:prstGeom prst="line">
            <a:avLst/>
          </a:prstGeom>
          <a:ln w="12600">
            <a:solidFill>
              <a:schemeClr val="bg1">
                <a:lumMod val="75000"/>
              </a:schemeClr>
            </a:solidFill>
            <a:custDash>
              <a:ds d="100000" sp="100000"/>
            </a:custDash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4" name="Line 6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5" name="Line 7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6" name="CustomShape 8"/>
          <p:cNvSpPr/>
          <p:nvPr/>
        </p:nvSpPr>
        <p:spPr>
          <a:xfrm>
            <a:off x="3971880" y="345240"/>
            <a:ext cx="424800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我们是在做一件艺术品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297" name="图片占位符 36"/>
          <p:cNvPicPr/>
          <p:nvPr/>
        </p:nvPicPr>
        <p:blipFill>
          <a:blip r:embed="rId3"/>
          <a:srcRect t="10031" b="10031"/>
          <a:stretch/>
        </p:blipFill>
        <p:spPr>
          <a:xfrm>
            <a:off x="1293120" y="1787760"/>
            <a:ext cx="1765080" cy="1765440"/>
          </a:xfrm>
          <a:prstGeom prst="rect">
            <a:avLst/>
          </a:prstGeom>
          <a:ln>
            <a:noFill/>
          </a:ln>
        </p:spPr>
      </p:pic>
      <p:pic>
        <p:nvPicPr>
          <p:cNvPr id="298" name="图片占位符 38"/>
          <p:cNvPicPr/>
          <p:nvPr/>
        </p:nvPicPr>
        <p:blipFill>
          <a:blip r:embed="rId4"/>
          <a:stretch/>
        </p:blipFill>
        <p:spPr>
          <a:xfrm>
            <a:off x="5168520" y="1787760"/>
            <a:ext cx="1765080" cy="1765440"/>
          </a:xfrm>
          <a:prstGeom prst="rect">
            <a:avLst/>
          </a:prstGeom>
          <a:ln>
            <a:noFill/>
          </a:ln>
        </p:spPr>
      </p:pic>
      <p:pic>
        <p:nvPicPr>
          <p:cNvPr id="299" name="图片占位符 41"/>
          <p:cNvPicPr/>
          <p:nvPr/>
        </p:nvPicPr>
        <p:blipFill>
          <a:blip r:embed="rId5"/>
          <a:stretch/>
        </p:blipFill>
        <p:spPr>
          <a:xfrm>
            <a:off x="7167960" y="2427840"/>
            <a:ext cx="1765080" cy="1765440"/>
          </a:xfrm>
          <a:prstGeom prst="rect">
            <a:avLst/>
          </a:prstGeom>
          <a:ln>
            <a:noFill/>
          </a:ln>
        </p:spPr>
      </p:pic>
      <p:pic>
        <p:nvPicPr>
          <p:cNvPr id="300" name="图片占位符 40"/>
          <p:cNvPicPr/>
          <p:nvPr/>
        </p:nvPicPr>
        <p:blipFill>
          <a:blip r:embed="rId6"/>
          <a:srcRect t="16671" b="16671"/>
          <a:stretch/>
        </p:blipFill>
        <p:spPr>
          <a:xfrm>
            <a:off x="3230640" y="2427840"/>
            <a:ext cx="1765080" cy="1765440"/>
          </a:xfrm>
          <a:prstGeom prst="rect">
            <a:avLst/>
          </a:prstGeom>
          <a:ln>
            <a:noFill/>
          </a:ln>
        </p:spPr>
      </p:pic>
      <p:pic>
        <p:nvPicPr>
          <p:cNvPr id="301" name="图片占位符 48"/>
          <p:cNvPicPr/>
          <p:nvPr/>
        </p:nvPicPr>
        <p:blipFill>
          <a:blip r:embed="rId7"/>
          <a:stretch/>
        </p:blipFill>
        <p:spPr>
          <a:xfrm>
            <a:off x="9131400" y="1787760"/>
            <a:ext cx="1765080" cy="1765440"/>
          </a:xfrm>
          <a:prstGeom prst="rect">
            <a:avLst/>
          </a:prstGeom>
          <a:ln>
            <a:noFill/>
          </a:ln>
        </p:spPr>
      </p:pic>
      <p:sp>
        <p:nvSpPr>
          <p:cNvPr id="302" name="CustomShape 9"/>
          <p:cNvSpPr/>
          <p:nvPr/>
        </p:nvSpPr>
        <p:spPr>
          <a:xfrm>
            <a:off x="1226520" y="4235040"/>
            <a:ext cx="1831680" cy="25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2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Arial"/>
                <a:ea typeface="微软雅黑"/>
              </a:rPr>
              <a:t>我做的是一件艺术品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3" name="CustomShape 10"/>
          <p:cNvSpPr/>
          <p:nvPr/>
        </p:nvSpPr>
        <p:spPr>
          <a:xfrm>
            <a:off x="3201120" y="4841280"/>
            <a:ext cx="1831680" cy="25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2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Arial"/>
                <a:ea typeface="微软雅黑"/>
              </a:rPr>
              <a:t>运维工作也可已是艺术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4" name="CustomShape 11"/>
          <p:cNvSpPr/>
          <p:nvPr/>
        </p:nvSpPr>
        <p:spPr>
          <a:xfrm>
            <a:off x="5164560" y="4218840"/>
            <a:ext cx="1831680" cy="25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2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Arial"/>
                <a:ea typeface="微软雅黑"/>
              </a:rPr>
              <a:t>我们高的不光是技术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5" name="CustomShape 12"/>
          <p:cNvSpPr/>
          <p:nvPr/>
        </p:nvSpPr>
        <p:spPr>
          <a:xfrm>
            <a:off x="7128000" y="4851000"/>
            <a:ext cx="1831680" cy="65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2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Arial"/>
                <a:ea typeface="微软雅黑"/>
              </a:rPr>
              <a:t>每个人都有成为艺术家的潜质。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20000"/>
              </a:lnSpc>
            </a:pPr>
            <a:endParaRPr lang="en-US" sz="1100" b="0" strike="noStrike" spc="-1">
              <a:latin typeface="Arial"/>
            </a:endParaRPr>
          </a:p>
        </p:txBody>
      </p:sp>
      <p:sp>
        <p:nvSpPr>
          <p:cNvPr id="306" name="CustomShape 13"/>
          <p:cNvSpPr/>
          <p:nvPr/>
        </p:nvSpPr>
        <p:spPr>
          <a:xfrm>
            <a:off x="9102600" y="4271040"/>
            <a:ext cx="191124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2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Arial"/>
                <a:ea typeface="微软雅黑"/>
              </a:rPr>
              <a:t>要吧自己的工作看成一种艺术。而不是单纯的技术。</a:t>
            </a:r>
            <a:endParaRPr lang="en-US" sz="11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7" dur="500" fill="hold"/>
                                        <p:tgtEl>
                                          <p:spTgt spid="29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8" dur="500" fill="hold"/>
                                        <p:tgtEl>
                                          <p:spTgt spid="29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12" dur="500" fill="hold"/>
                                        <p:tgtEl>
                                          <p:spTgt spid="298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3" dur="500" fill="hold"/>
                                        <p:tgtEl>
                                          <p:spTgt spid="298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17" dur="500" fill="hold"/>
                                        <p:tgtEl>
                                          <p:spTgt spid="299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8" dur="500" fill="hold"/>
                                        <p:tgtEl>
                                          <p:spTgt spid="299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2" dur="500" fill="hold"/>
                                        <p:tgtEl>
                                          <p:spTgt spid="300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23" dur="500" fill="hold"/>
                                        <p:tgtEl>
                                          <p:spTgt spid="300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7" dur="500" fill="hold"/>
                                        <p:tgtEl>
                                          <p:spTgt spid="301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28" dur="500" fill="hold"/>
                                        <p:tgtEl>
                                          <p:spTgt spid="301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CustomShape 1"/>
          <p:cNvSpPr/>
          <p:nvPr/>
        </p:nvSpPr>
        <p:spPr>
          <a:xfrm rot="5400000">
            <a:off x="5378760" y="1808280"/>
            <a:ext cx="1342800" cy="1262520"/>
          </a:xfrm>
          <a:custGeom>
            <a:avLst/>
            <a:gdLst/>
            <a:ahLst/>
            <a:cxnLst/>
            <a:rect l="l" t="t" r="r" b="b"/>
            <a:pathLst>
              <a:path w="215" h="202">
                <a:moveTo>
                  <a:pt x="188" y="67"/>
                </a:moveTo>
                <a:cubicBezTo>
                  <a:pt x="200" y="54"/>
                  <a:pt x="200" y="54"/>
                  <a:pt x="200" y="54"/>
                </a:cubicBezTo>
                <a:cubicBezTo>
                  <a:pt x="201" y="53"/>
                  <a:pt x="206" y="49"/>
                  <a:pt x="208" y="49"/>
                </a:cubicBezTo>
                <a:cubicBezTo>
                  <a:pt x="211" y="49"/>
                  <a:pt x="214" y="50"/>
                  <a:pt x="215" y="52"/>
                </a:cubicBezTo>
                <a:cubicBezTo>
                  <a:pt x="188" y="25"/>
                  <a:pt x="188" y="25"/>
                  <a:pt x="188" y="25"/>
                </a:cubicBezTo>
                <a:cubicBezTo>
                  <a:pt x="190" y="27"/>
                  <a:pt x="191" y="30"/>
                  <a:pt x="191" y="32"/>
                </a:cubicBezTo>
                <a:cubicBezTo>
                  <a:pt x="192" y="35"/>
                  <a:pt x="187" y="41"/>
                  <a:pt x="185" y="43"/>
                </a:cubicBezTo>
                <a:cubicBezTo>
                  <a:pt x="173" y="56"/>
                  <a:pt x="173" y="56"/>
                  <a:pt x="173" y="56"/>
                </a:cubicBezTo>
                <a:cubicBezTo>
                  <a:pt x="172" y="57"/>
                  <a:pt x="170" y="57"/>
                  <a:pt x="168" y="57"/>
                </a:cubicBezTo>
                <a:cubicBezTo>
                  <a:pt x="166" y="57"/>
                  <a:pt x="164" y="57"/>
                  <a:pt x="163" y="56"/>
                </a:cubicBezTo>
                <a:cubicBezTo>
                  <a:pt x="111" y="6"/>
                  <a:pt x="111" y="6"/>
                  <a:pt x="111" y="6"/>
                </a:cubicBezTo>
                <a:cubicBezTo>
                  <a:pt x="104" y="0"/>
                  <a:pt x="93" y="0"/>
                  <a:pt x="87" y="7"/>
                </a:cubicBezTo>
                <a:cubicBezTo>
                  <a:pt x="6" y="91"/>
                  <a:pt x="6" y="91"/>
                  <a:pt x="6" y="91"/>
                </a:cubicBezTo>
                <a:cubicBezTo>
                  <a:pt x="0" y="98"/>
                  <a:pt x="0" y="109"/>
                  <a:pt x="7" y="115"/>
                </a:cubicBezTo>
                <a:cubicBezTo>
                  <a:pt x="91" y="196"/>
                  <a:pt x="91" y="196"/>
                  <a:pt x="91" y="196"/>
                </a:cubicBezTo>
                <a:cubicBezTo>
                  <a:pt x="98" y="202"/>
                  <a:pt x="109" y="202"/>
                  <a:pt x="115" y="195"/>
                </a:cubicBezTo>
                <a:cubicBezTo>
                  <a:pt x="196" y="111"/>
                  <a:pt x="196" y="111"/>
                  <a:pt x="196" y="111"/>
                </a:cubicBezTo>
                <a:cubicBezTo>
                  <a:pt x="202" y="104"/>
                  <a:pt x="202" y="93"/>
                  <a:pt x="195" y="87"/>
                </a:cubicBezTo>
                <a:cubicBezTo>
                  <a:pt x="186" y="78"/>
                  <a:pt x="186" y="78"/>
                  <a:pt x="186" y="78"/>
                </a:cubicBezTo>
                <a:cubicBezTo>
                  <a:pt x="185" y="77"/>
                  <a:pt x="185" y="75"/>
                  <a:pt x="185" y="74"/>
                </a:cubicBezTo>
                <a:cubicBezTo>
                  <a:pt x="185" y="71"/>
                  <a:pt x="186" y="68"/>
                  <a:pt x="188" y="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CustomShape 2"/>
          <p:cNvSpPr/>
          <p:nvPr/>
        </p:nvSpPr>
        <p:spPr>
          <a:xfrm rot="5400000">
            <a:off x="5515200" y="1862640"/>
            <a:ext cx="1064520" cy="1064520"/>
          </a:xfrm>
          <a:prstGeom prst="diamond">
            <a:avLst/>
          </a:prstGeom>
          <a:solidFill>
            <a:schemeClr val="bg1"/>
          </a:solidFill>
          <a:ln w="648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CustomShape 3"/>
          <p:cNvSpPr/>
          <p:nvPr/>
        </p:nvSpPr>
        <p:spPr>
          <a:xfrm rot="5400000">
            <a:off x="4934520" y="3561120"/>
            <a:ext cx="1292400" cy="1267560"/>
          </a:xfrm>
          <a:custGeom>
            <a:avLst/>
            <a:gdLst/>
            <a:ahLst/>
            <a:cxnLst/>
            <a:rect l="l" t="t" r="r" b="b"/>
            <a:pathLst>
              <a:path w="207" h="203">
                <a:moveTo>
                  <a:pt x="177" y="70"/>
                </a:moveTo>
                <a:cubicBezTo>
                  <a:pt x="177" y="69"/>
                  <a:pt x="176" y="67"/>
                  <a:pt x="176" y="66"/>
                </a:cubicBezTo>
                <a:cubicBezTo>
                  <a:pt x="176" y="63"/>
                  <a:pt x="177" y="60"/>
                  <a:pt x="179" y="58"/>
                </a:cubicBezTo>
                <a:cubicBezTo>
                  <a:pt x="191" y="46"/>
                  <a:pt x="191" y="46"/>
                  <a:pt x="191" y="46"/>
                </a:cubicBezTo>
                <a:cubicBezTo>
                  <a:pt x="193" y="45"/>
                  <a:pt x="198" y="41"/>
                  <a:pt x="200" y="41"/>
                </a:cubicBezTo>
                <a:cubicBezTo>
                  <a:pt x="203" y="41"/>
                  <a:pt x="205" y="42"/>
                  <a:pt x="207" y="43"/>
                </a:cubicBezTo>
                <a:cubicBezTo>
                  <a:pt x="180" y="17"/>
                  <a:pt x="180" y="17"/>
                  <a:pt x="180" y="17"/>
                </a:cubicBezTo>
                <a:cubicBezTo>
                  <a:pt x="182" y="19"/>
                  <a:pt x="183" y="21"/>
                  <a:pt x="183" y="24"/>
                </a:cubicBezTo>
                <a:cubicBezTo>
                  <a:pt x="183" y="27"/>
                  <a:pt x="179" y="33"/>
                  <a:pt x="177" y="35"/>
                </a:cubicBezTo>
                <a:cubicBezTo>
                  <a:pt x="165" y="48"/>
                  <a:pt x="165" y="48"/>
                  <a:pt x="165" y="48"/>
                </a:cubicBezTo>
                <a:cubicBezTo>
                  <a:pt x="163" y="49"/>
                  <a:pt x="161" y="49"/>
                  <a:pt x="159" y="49"/>
                </a:cubicBezTo>
                <a:cubicBezTo>
                  <a:pt x="157" y="49"/>
                  <a:pt x="155" y="49"/>
                  <a:pt x="154" y="48"/>
                </a:cubicBezTo>
                <a:cubicBezTo>
                  <a:pt x="111" y="7"/>
                  <a:pt x="111" y="7"/>
                  <a:pt x="111" y="7"/>
                </a:cubicBezTo>
                <a:cubicBezTo>
                  <a:pt x="105" y="0"/>
                  <a:pt x="94" y="1"/>
                  <a:pt x="87" y="7"/>
                </a:cubicBezTo>
                <a:cubicBezTo>
                  <a:pt x="7" y="92"/>
                  <a:pt x="7" y="92"/>
                  <a:pt x="7" y="92"/>
                </a:cubicBezTo>
                <a:cubicBezTo>
                  <a:pt x="0" y="98"/>
                  <a:pt x="1" y="109"/>
                  <a:pt x="7" y="116"/>
                </a:cubicBezTo>
                <a:cubicBezTo>
                  <a:pt x="92" y="196"/>
                  <a:pt x="92" y="196"/>
                  <a:pt x="92" y="196"/>
                </a:cubicBezTo>
                <a:cubicBezTo>
                  <a:pt x="98" y="203"/>
                  <a:pt x="109" y="202"/>
                  <a:pt x="116" y="196"/>
                </a:cubicBezTo>
                <a:cubicBezTo>
                  <a:pt x="196" y="111"/>
                  <a:pt x="196" y="111"/>
                  <a:pt x="196" y="111"/>
                </a:cubicBezTo>
                <a:cubicBezTo>
                  <a:pt x="203" y="105"/>
                  <a:pt x="202" y="94"/>
                  <a:pt x="195" y="87"/>
                </a:cubicBezTo>
                <a:lnTo>
                  <a:pt x="177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0" name="CustomShape 4"/>
          <p:cNvSpPr/>
          <p:nvPr/>
        </p:nvSpPr>
        <p:spPr>
          <a:xfrm rot="5400000">
            <a:off x="5596200" y="4582440"/>
            <a:ext cx="1267560" cy="1262520"/>
          </a:xfrm>
          <a:custGeom>
            <a:avLst/>
            <a:gdLst/>
            <a:ahLst/>
            <a:cxnLst/>
            <a:rect l="l" t="t" r="r" b="b"/>
            <a:pathLst>
              <a:path w="203" h="202">
                <a:moveTo>
                  <a:pt x="116" y="195"/>
                </a:moveTo>
                <a:cubicBezTo>
                  <a:pt x="109" y="202"/>
                  <a:pt x="98" y="202"/>
                  <a:pt x="92" y="196"/>
                </a:cubicBezTo>
                <a:cubicBezTo>
                  <a:pt x="8" y="115"/>
                  <a:pt x="8" y="115"/>
                  <a:pt x="8" y="115"/>
                </a:cubicBezTo>
                <a:cubicBezTo>
                  <a:pt x="1" y="109"/>
                  <a:pt x="0" y="98"/>
                  <a:pt x="7" y="91"/>
                </a:cubicBezTo>
                <a:cubicBezTo>
                  <a:pt x="87" y="7"/>
                  <a:pt x="87" y="7"/>
                  <a:pt x="87" y="7"/>
                </a:cubicBezTo>
                <a:cubicBezTo>
                  <a:pt x="94" y="0"/>
                  <a:pt x="105" y="0"/>
                  <a:pt x="111" y="6"/>
                </a:cubicBezTo>
                <a:cubicBezTo>
                  <a:pt x="196" y="87"/>
                  <a:pt x="196" y="87"/>
                  <a:pt x="196" y="87"/>
                </a:cubicBezTo>
                <a:cubicBezTo>
                  <a:pt x="202" y="93"/>
                  <a:pt x="203" y="104"/>
                  <a:pt x="196" y="111"/>
                </a:cubicBezTo>
                <a:lnTo>
                  <a:pt x="116" y="19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5"/>
          <p:cNvSpPr/>
          <p:nvPr/>
        </p:nvSpPr>
        <p:spPr>
          <a:xfrm rot="5400000">
            <a:off x="5936040" y="2841480"/>
            <a:ext cx="1261440" cy="1361160"/>
          </a:xfrm>
          <a:custGeom>
            <a:avLst/>
            <a:gdLst/>
            <a:ahLst/>
            <a:cxnLst/>
            <a:rect l="l" t="t" r="r" b="b"/>
            <a:pathLst>
              <a:path w="202" h="218">
                <a:moveTo>
                  <a:pt x="195" y="87"/>
                </a:moveTo>
                <a:cubicBezTo>
                  <a:pt x="111" y="7"/>
                  <a:pt x="111" y="7"/>
                  <a:pt x="111" y="7"/>
                </a:cubicBezTo>
                <a:cubicBezTo>
                  <a:pt x="104" y="0"/>
                  <a:pt x="94" y="0"/>
                  <a:pt x="87" y="7"/>
                </a:cubicBezTo>
                <a:cubicBezTo>
                  <a:pt x="7" y="91"/>
                  <a:pt x="7" y="91"/>
                  <a:pt x="7" y="91"/>
                </a:cubicBezTo>
                <a:cubicBezTo>
                  <a:pt x="0" y="98"/>
                  <a:pt x="0" y="109"/>
                  <a:pt x="7" y="115"/>
                </a:cubicBezTo>
                <a:cubicBezTo>
                  <a:pt x="91" y="196"/>
                  <a:pt x="91" y="196"/>
                  <a:pt x="91" y="196"/>
                </a:cubicBezTo>
                <a:cubicBezTo>
                  <a:pt x="98" y="202"/>
                  <a:pt x="109" y="202"/>
                  <a:pt x="116" y="195"/>
                </a:cubicBezTo>
                <a:cubicBezTo>
                  <a:pt x="121" y="189"/>
                  <a:pt x="121" y="189"/>
                  <a:pt x="121" y="189"/>
                </a:cubicBezTo>
                <a:cubicBezTo>
                  <a:pt x="123" y="188"/>
                  <a:pt x="125" y="187"/>
                  <a:pt x="127" y="187"/>
                </a:cubicBezTo>
                <a:cubicBezTo>
                  <a:pt x="130" y="187"/>
                  <a:pt x="132" y="188"/>
                  <a:pt x="134" y="190"/>
                </a:cubicBezTo>
                <a:cubicBezTo>
                  <a:pt x="147" y="202"/>
                  <a:pt x="147" y="202"/>
                  <a:pt x="147" y="202"/>
                </a:cubicBezTo>
                <a:cubicBezTo>
                  <a:pt x="148" y="204"/>
                  <a:pt x="152" y="209"/>
                  <a:pt x="152" y="211"/>
                </a:cubicBezTo>
                <a:cubicBezTo>
                  <a:pt x="152" y="213"/>
                  <a:pt x="151" y="216"/>
                  <a:pt x="149" y="218"/>
                </a:cubicBezTo>
                <a:cubicBezTo>
                  <a:pt x="175" y="191"/>
                  <a:pt x="175" y="191"/>
                  <a:pt x="175" y="191"/>
                </a:cubicBezTo>
                <a:cubicBezTo>
                  <a:pt x="174" y="193"/>
                  <a:pt x="171" y="194"/>
                  <a:pt x="168" y="194"/>
                </a:cubicBezTo>
                <a:cubicBezTo>
                  <a:pt x="166" y="194"/>
                  <a:pt x="160" y="190"/>
                  <a:pt x="158" y="188"/>
                </a:cubicBezTo>
                <a:cubicBezTo>
                  <a:pt x="145" y="176"/>
                  <a:pt x="145" y="176"/>
                  <a:pt x="145" y="176"/>
                </a:cubicBezTo>
                <a:cubicBezTo>
                  <a:pt x="144" y="174"/>
                  <a:pt x="143" y="172"/>
                  <a:pt x="143" y="170"/>
                </a:cubicBezTo>
                <a:cubicBezTo>
                  <a:pt x="143" y="168"/>
                  <a:pt x="144" y="166"/>
                  <a:pt x="145" y="164"/>
                </a:cubicBezTo>
                <a:cubicBezTo>
                  <a:pt x="129" y="181"/>
                  <a:pt x="129" y="181"/>
                  <a:pt x="129" y="181"/>
                </a:cubicBezTo>
                <a:cubicBezTo>
                  <a:pt x="196" y="111"/>
                  <a:pt x="196" y="111"/>
                  <a:pt x="196" y="111"/>
                </a:cubicBezTo>
                <a:cubicBezTo>
                  <a:pt x="202" y="104"/>
                  <a:pt x="202" y="93"/>
                  <a:pt x="195" y="8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2" name="CustomShape 6"/>
          <p:cNvSpPr/>
          <p:nvPr/>
        </p:nvSpPr>
        <p:spPr>
          <a:xfrm rot="5400000">
            <a:off x="6083640" y="2990160"/>
            <a:ext cx="1064520" cy="1064520"/>
          </a:xfrm>
          <a:prstGeom prst="diamond">
            <a:avLst/>
          </a:prstGeom>
          <a:solidFill>
            <a:schemeClr val="bg1"/>
          </a:solidFill>
          <a:ln w="648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3" name="CustomShape 7"/>
          <p:cNvSpPr/>
          <p:nvPr/>
        </p:nvSpPr>
        <p:spPr>
          <a:xfrm rot="5400000">
            <a:off x="5037480" y="3648600"/>
            <a:ext cx="1064520" cy="1064520"/>
          </a:xfrm>
          <a:prstGeom prst="diamond">
            <a:avLst/>
          </a:prstGeom>
          <a:solidFill>
            <a:schemeClr val="bg1"/>
          </a:solidFill>
          <a:ln w="648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CustomShape 8"/>
          <p:cNvSpPr/>
          <p:nvPr/>
        </p:nvSpPr>
        <p:spPr>
          <a:xfrm rot="5400000">
            <a:off x="5697720" y="4681440"/>
            <a:ext cx="1064520" cy="1064520"/>
          </a:xfrm>
          <a:prstGeom prst="diamond">
            <a:avLst/>
          </a:prstGeom>
          <a:solidFill>
            <a:schemeClr val="bg1"/>
          </a:solidFill>
          <a:ln w="648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5" name="CustomShape 9"/>
          <p:cNvSpPr/>
          <p:nvPr/>
        </p:nvSpPr>
        <p:spPr>
          <a:xfrm>
            <a:off x="5418360" y="3998160"/>
            <a:ext cx="312840" cy="312480"/>
          </a:xfrm>
          <a:custGeom>
            <a:avLst/>
            <a:gdLst/>
            <a:ahLst/>
            <a:cxnLst/>
            <a:rect l="l" t="t" r="r" b="b"/>
            <a:pathLst>
              <a:path w="606933" h="606087">
                <a:moveTo>
                  <a:pt x="126452" y="239923"/>
                </a:moveTo>
                <a:lnTo>
                  <a:pt x="191364" y="239923"/>
                </a:lnTo>
                <a:cubicBezTo>
                  <a:pt x="230851" y="298209"/>
                  <a:pt x="286131" y="334566"/>
                  <a:pt x="289791" y="336874"/>
                </a:cubicBezTo>
                <a:lnTo>
                  <a:pt x="303467" y="345627"/>
                </a:lnTo>
                <a:lnTo>
                  <a:pt x="317142" y="336874"/>
                </a:lnTo>
                <a:cubicBezTo>
                  <a:pt x="320802" y="334566"/>
                  <a:pt x="376083" y="298209"/>
                  <a:pt x="415569" y="239923"/>
                </a:cubicBezTo>
                <a:lnTo>
                  <a:pt x="480481" y="239923"/>
                </a:lnTo>
                <a:lnTo>
                  <a:pt x="480481" y="404009"/>
                </a:lnTo>
                <a:lnTo>
                  <a:pt x="316083" y="404009"/>
                </a:lnTo>
                <a:lnTo>
                  <a:pt x="316083" y="441905"/>
                </a:lnTo>
                <a:lnTo>
                  <a:pt x="568988" y="441905"/>
                </a:lnTo>
                <a:lnTo>
                  <a:pt x="568988" y="505096"/>
                </a:lnTo>
                <a:lnTo>
                  <a:pt x="606933" y="505096"/>
                </a:lnTo>
                <a:lnTo>
                  <a:pt x="606933" y="606087"/>
                </a:lnTo>
                <a:lnTo>
                  <a:pt x="505714" y="606087"/>
                </a:lnTo>
                <a:lnTo>
                  <a:pt x="505714" y="505096"/>
                </a:lnTo>
                <a:lnTo>
                  <a:pt x="543659" y="505096"/>
                </a:lnTo>
                <a:lnTo>
                  <a:pt x="543659" y="467105"/>
                </a:lnTo>
                <a:lnTo>
                  <a:pt x="316083" y="467105"/>
                </a:lnTo>
                <a:lnTo>
                  <a:pt x="316083" y="505096"/>
                </a:lnTo>
                <a:lnTo>
                  <a:pt x="354028" y="505096"/>
                </a:lnTo>
                <a:lnTo>
                  <a:pt x="354028" y="606087"/>
                </a:lnTo>
                <a:lnTo>
                  <a:pt x="252905" y="606087"/>
                </a:lnTo>
                <a:lnTo>
                  <a:pt x="252905" y="505096"/>
                </a:lnTo>
                <a:lnTo>
                  <a:pt x="290850" y="505096"/>
                </a:lnTo>
                <a:lnTo>
                  <a:pt x="290850" y="467105"/>
                </a:lnTo>
                <a:lnTo>
                  <a:pt x="63274" y="467105"/>
                </a:lnTo>
                <a:lnTo>
                  <a:pt x="63274" y="505096"/>
                </a:lnTo>
                <a:lnTo>
                  <a:pt x="101123" y="505096"/>
                </a:lnTo>
                <a:lnTo>
                  <a:pt x="101123" y="606087"/>
                </a:lnTo>
                <a:lnTo>
                  <a:pt x="0" y="606087"/>
                </a:lnTo>
                <a:lnTo>
                  <a:pt x="0" y="505096"/>
                </a:lnTo>
                <a:lnTo>
                  <a:pt x="37945" y="505096"/>
                </a:lnTo>
                <a:lnTo>
                  <a:pt x="37945" y="441905"/>
                </a:lnTo>
                <a:lnTo>
                  <a:pt x="290850" y="441905"/>
                </a:lnTo>
                <a:lnTo>
                  <a:pt x="290850" y="404009"/>
                </a:lnTo>
                <a:lnTo>
                  <a:pt x="126452" y="404009"/>
                </a:lnTo>
                <a:close/>
                <a:moveTo>
                  <a:pt x="303502" y="71264"/>
                </a:moveTo>
                <a:cubicBezTo>
                  <a:pt x="274417" y="71264"/>
                  <a:pt x="250822" y="94057"/>
                  <a:pt x="250822" y="122140"/>
                </a:cubicBezTo>
                <a:cubicBezTo>
                  <a:pt x="250822" y="150318"/>
                  <a:pt x="274417" y="173111"/>
                  <a:pt x="303502" y="173111"/>
                </a:cubicBezTo>
                <a:cubicBezTo>
                  <a:pt x="332587" y="173111"/>
                  <a:pt x="356183" y="150318"/>
                  <a:pt x="356183" y="122140"/>
                </a:cubicBezTo>
                <a:cubicBezTo>
                  <a:pt x="356183" y="94057"/>
                  <a:pt x="332587" y="71264"/>
                  <a:pt x="303502" y="71264"/>
                </a:cubicBezTo>
                <a:close/>
                <a:moveTo>
                  <a:pt x="303502" y="0"/>
                </a:moveTo>
                <a:cubicBezTo>
                  <a:pt x="373326" y="0"/>
                  <a:pt x="429955" y="54723"/>
                  <a:pt x="429955" y="122140"/>
                </a:cubicBezTo>
                <a:cubicBezTo>
                  <a:pt x="429955" y="234181"/>
                  <a:pt x="303502" y="315639"/>
                  <a:pt x="303502" y="315639"/>
                </a:cubicBezTo>
                <a:cubicBezTo>
                  <a:pt x="303502" y="315639"/>
                  <a:pt x="177049" y="234181"/>
                  <a:pt x="177049" y="122140"/>
                </a:cubicBezTo>
                <a:cubicBezTo>
                  <a:pt x="177049" y="54723"/>
                  <a:pt x="233679" y="0"/>
                  <a:pt x="303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6" name="CustomShape 10"/>
          <p:cNvSpPr/>
          <p:nvPr/>
        </p:nvSpPr>
        <p:spPr>
          <a:xfrm>
            <a:off x="5891040" y="2235960"/>
            <a:ext cx="325800" cy="310680"/>
          </a:xfrm>
          <a:custGeom>
            <a:avLst/>
            <a:gdLst/>
            <a:ahLst/>
            <a:cxnLst/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7" name="CustomShape 11"/>
          <p:cNvSpPr/>
          <p:nvPr/>
        </p:nvSpPr>
        <p:spPr>
          <a:xfrm>
            <a:off x="6494760" y="3366720"/>
            <a:ext cx="325800" cy="325440"/>
          </a:xfrm>
          <a:custGeom>
            <a:avLst/>
            <a:gdLst/>
            <a:ahLst/>
            <a:cxnLst/>
            <a:rect l="l" t="t" r="r" b="b"/>
            <a:pathLst>
              <a:path w="607639" h="606722">
                <a:moveTo>
                  <a:pt x="497095" y="261992"/>
                </a:moveTo>
                <a:lnTo>
                  <a:pt x="497095" y="468794"/>
                </a:lnTo>
                <a:lnTo>
                  <a:pt x="524775" y="468794"/>
                </a:lnTo>
                <a:lnTo>
                  <a:pt x="524775" y="261992"/>
                </a:lnTo>
                <a:close/>
                <a:moveTo>
                  <a:pt x="414320" y="261992"/>
                </a:moveTo>
                <a:lnTo>
                  <a:pt x="414320" y="468794"/>
                </a:lnTo>
                <a:lnTo>
                  <a:pt x="469503" y="468794"/>
                </a:lnTo>
                <a:lnTo>
                  <a:pt x="469503" y="261992"/>
                </a:lnTo>
                <a:close/>
                <a:moveTo>
                  <a:pt x="359047" y="261992"/>
                </a:moveTo>
                <a:lnTo>
                  <a:pt x="359047" y="468794"/>
                </a:lnTo>
                <a:lnTo>
                  <a:pt x="386639" y="468794"/>
                </a:lnTo>
                <a:lnTo>
                  <a:pt x="386639" y="261992"/>
                </a:lnTo>
                <a:close/>
                <a:moveTo>
                  <a:pt x="276183" y="261992"/>
                </a:moveTo>
                <a:lnTo>
                  <a:pt x="276183" y="468794"/>
                </a:lnTo>
                <a:lnTo>
                  <a:pt x="331456" y="468794"/>
                </a:lnTo>
                <a:lnTo>
                  <a:pt x="331456" y="261992"/>
                </a:lnTo>
                <a:close/>
                <a:moveTo>
                  <a:pt x="220911" y="261992"/>
                </a:moveTo>
                <a:lnTo>
                  <a:pt x="220911" y="468794"/>
                </a:lnTo>
                <a:lnTo>
                  <a:pt x="248592" y="468794"/>
                </a:lnTo>
                <a:lnTo>
                  <a:pt x="248592" y="261992"/>
                </a:lnTo>
                <a:close/>
                <a:moveTo>
                  <a:pt x="138136" y="261992"/>
                </a:moveTo>
                <a:lnTo>
                  <a:pt x="138136" y="468794"/>
                </a:lnTo>
                <a:lnTo>
                  <a:pt x="193319" y="468794"/>
                </a:lnTo>
                <a:lnTo>
                  <a:pt x="193319" y="261992"/>
                </a:lnTo>
                <a:close/>
                <a:moveTo>
                  <a:pt x="82864" y="261992"/>
                </a:moveTo>
                <a:lnTo>
                  <a:pt x="82864" y="468794"/>
                </a:lnTo>
                <a:lnTo>
                  <a:pt x="110455" y="468794"/>
                </a:lnTo>
                <a:lnTo>
                  <a:pt x="110455" y="261992"/>
                </a:lnTo>
                <a:close/>
                <a:moveTo>
                  <a:pt x="303820" y="110294"/>
                </a:moveTo>
                <a:cubicBezTo>
                  <a:pt x="319078" y="110294"/>
                  <a:pt x="331447" y="122647"/>
                  <a:pt x="331447" y="137885"/>
                </a:cubicBezTo>
                <a:cubicBezTo>
                  <a:pt x="331447" y="153123"/>
                  <a:pt x="319078" y="165476"/>
                  <a:pt x="303820" y="165476"/>
                </a:cubicBezTo>
                <a:cubicBezTo>
                  <a:pt x="288562" y="165476"/>
                  <a:pt x="276193" y="153123"/>
                  <a:pt x="276193" y="137885"/>
                </a:cubicBezTo>
                <a:cubicBezTo>
                  <a:pt x="276193" y="122647"/>
                  <a:pt x="288562" y="110294"/>
                  <a:pt x="303820" y="110294"/>
                </a:cubicBezTo>
                <a:close/>
                <a:moveTo>
                  <a:pt x="303775" y="27550"/>
                </a:moveTo>
                <a:cubicBezTo>
                  <a:pt x="248592" y="27550"/>
                  <a:pt x="198838" y="57944"/>
                  <a:pt x="174005" y="103446"/>
                </a:cubicBezTo>
                <a:lnTo>
                  <a:pt x="299681" y="56522"/>
                </a:lnTo>
                <a:cubicBezTo>
                  <a:pt x="302440" y="55189"/>
                  <a:pt x="305199" y="55189"/>
                  <a:pt x="309293" y="55189"/>
                </a:cubicBezTo>
                <a:lnTo>
                  <a:pt x="434969" y="102024"/>
                </a:lnTo>
                <a:cubicBezTo>
                  <a:pt x="408712" y="57944"/>
                  <a:pt x="359047" y="27550"/>
                  <a:pt x="303775" y="27550"/>
                </a:cubicBezTo>
                <a:close/>
                <a:moveTo>
                  <a:pt x="303775" y="0"/>
                </a:moveTo>
                <a:cubicBezTo>
                  <a:pt x="379786" y="0"/>
                  <a:pt x="446006" y="48257"/>
                  <a:pt x="470927" y="115799"/>
                </a:cubicBezTo>
                <a:lnTo>
                  <a:pt x="570346" y="153036"/>
                </a:lnTo>
                <a:cubicBezTo>
                  <a:pt x="575864" y="154458"/>
                  <a:pt x="579958" y="159968"/>
                  <a:pt x="579958" y="165478"/>
                </a:cubicBezTo>
                <a:lnTo>
                  <a:pt x="579958" y="193028"/>
                </a:lnTo>
                <a:lnTo>
                  <a:pt x="579958" y="248217"/>
                </a:lnTo>
                <a:cubicBezTo>
                  <a:pt x="579958" y="256482"/>
                  <a:pt x="574440" y="261992"/>
                  <a:pt x="566163" y="261992"/>
                </a:cubicBezTo>
                <a:lnTo>
                  <a:pt x="552367" y="261992"/>
                </a:lnTo>
                <a:lnTo>
                  <a:pt x="552367" y="468794"/>
                </a:lnTo>
                <a:lnTo>
                  <a:pt x="566163" y="468794"/>
                </a:lnTo>
                <a:cubicBezTo>
                  <a:pt x="574440" y="468794"/>
                  <a:pt x="579958" y="474304"/>
                  <a:pt x="579958" y="482569"/>
                </a:cubicBezTo>
                <a:cubicBezTo>
                  <a:pt x="579958" y="490834"/>
                  <a:pt x="574440" y="496344"/>
                  <a:pt x="566163" y="496344"/>
                </a:cubicBezTo>
                <a:lnTo>
                  <a:pt x="538571" y="496344"/>
                </a:lnTo>
                <a:lnTo>
                  <a:pt x="483299" y="496344"/>
                </a:lnTo>
                <a:lnTo>
                  <a:pt x="400435" y="496344"/>
                </a:lnTo>
                <a:lnTo>
                  <a:pt x="345252" y="496344"/>
                </a:lnTo>
                <a:lnTo>
                  <a:pt x="262387" y="496344"/>
                </a:lnTo>
                <a:lnTo>
                  <a:pt x="207115" y="496344"/>
                </a:lnTo>
                <a:lnTo>
                  <a:pt x="124251" y="496344"/>
                </a:lnTo>
                <a:lnTo>
                  <a:pt x="69068" y="496344"/>
                </a:lnTo>
                <a:lnTo>
                  <a:pt x="55272" y="496344"/>
                </a:lnTo>
                <a:lnTo>
                  <a:pt x="55272" y="537758"/>
                </a:lnTo>
                <a:cubicBezTo>
                  <a:pt x="55272" y="546023"/>
                  <a:pt x="49754" y="551533"/>
                  <a:pt x="41387" y="551533"/>
                </a:cubicBezTo>
                <a:lnTo>
                  <a:pt x="27592" y="551533"/>
                </a:lnTo>
                <a:lnTo>
                  <a:pt x="27592" y="579083"/>
                </a:lnTo>
                <a:lnTo>
                  <a:pt x="579958" y="579083"/>
                </a:lnTo>
                <a:lnTo>
                  <a:pt x="579958" y="551533"/>
                </a:lnTo>
                <a:lnTo>
                  <a:pt x="96660" y="551533"/>
                </a:lnTo>
                <a:cubicBezTo>
                  <a:pt x="88382" y="551533"/>
                  <a:pt x="82864" y="546023"/>
                  <a:pt x="82864" y="537758"/>
                </a:cubicBezTo>
                <a:cubicBezTo>
                  <a:pt x="82864" y="529493"/>
                  <a:pt x="88382" y="523983"/>
                  <a:pt x="96660" y="523983"/>
                </a:cubicBezTo>
                <a:lnTo>
                  <a:pt x="593843" y="523983"/>
                </a:lnTo>
                <a:cubicBezTo>
                  <a:pt x="602121" y="523983"/>
                  <a:pt x="607639" y="529493"/>
                  <a:pt x="607639" y="537758"/>
                </a:cubicBezTo>
                <a:lnTo>
                  <a:pt x="607639" y="592947"/>
                </a:lnTo>
                <a:cubicBezTo>
                  <a:pt x="607639" y="601212"/>
                  <a:pt x="602121" y="606722"/>
                  <a:pt x="593843" y="606722"/>
                </a:cubicBezTo>
                <a:lnTo>
                  <a:pt x="13796" y="606722"/>
                </a:lnTo>
                <a:cubicBezTo>
                  <a:pt x="5518" y="606722"/>
                  <a:pt x="0" y="601212"/>
                  <a:pt x="0" y="592947"/>
                </a:cubicBezTo>
                <a:lnTo>
                  <a:pt x="0" y="537758"/>
                </a:lnTo>
                <a:cubicBezTo>
                  <a:pt x="0" y="529493"/>
                  <a:pt x="5518" y="523983"/>
                  <a:pt x="13796" y="523983"/>
                </a:cubicBezTo>
                <a:lnTo>
                  <a:pt x="27592" y="523983"/>
                </a:lnTo>
                <a:lnTo>
                  <a:pt x="27592" y="482569"/>
                </a:lnTo>
                <a:cubicBezTo>
                  <a:pt x="27592" y="474304"/>
                  <a:pt x="33110" y="468794"/>
                  <a:pt x="41387" y="468794"/>
                </a:cubicBezTo>
                <a:lnTo>
                  <a:pt x="55272" y="468794"/>
                </a:lnTo>
                <a:lnTo>
                  <a:pt x="55272" y="261992"/>
                </a:lnTo>
                <a:lnTo>
                  <a:pt x="41387" y="261992"/>
                </a:lnTo>
                <a:cubicBezTo>
                  <a:pt x="33110" y="261992"/>
                  <a:pt x="27592" y="256482"/>
                  <a:pt x="27592" y="248217"/>
                </a:cubicBezTo>
                <a:cubicBezTo>
                  <a:pt x="27592" y="239952"/>
                  <a:pt x="33110" y="234442"/>
                  <a:pt x="41387" y="234442"/>
                </a:cubicBezTo>
                <a:lnTo>
                  <a:pt x="69068" y="234442"/>
                </a:lnTo>
                <a:lnTo>
                  <a:pt x="124251" y="234442"/>
                </a:lnTo>
                <a:lnTo>
                  <a:pt x="207115" y="234442"/>
                </a:lnTo>
                <a:lnTo>
                  <a:pt x="262387" y="234442"/>
                </a:lnTo>
                <a:lnTo>
                  <a:pt x="345252" y="234442"/>
                </a:lnTo>
                <a:lnTo>
                  <a:pt x="400435" y="234442"/>
                </a:lnTo>
                <a:lnTo>
                  <a:pt x="483299" y="234442"/>
                </a:lnTo>
                <a:lnTo>
                  <a:pt x="538571" y="234442"/>
                </a:lnTo>
                <a:lnTo>
                  <a:pt x="552367" y="234442"/>
                </a:lnTo>
                <a:lnTo>
                  <a:pt x="552367" y="193028"/>
                </a:lnTo>
                <a:lnTo>
                  <a:pt x="552367" y="175076"/>
                </a:lnTo>
                <a:lnTo>
                  <a:pt x="303775" y="84072"/>
                </a:lnTo>
                <a:lnTo>
                  <a:pt x="55272" y="175076"/>
                </a:lnTo>
                <a:lnTo>
                  <a:pt x="55272" y="179253"/>
                </a:lnTo>
                <a:lnTo>
                  <a:pt x="510979" y="179253"/>
                </a:lnTo>
                <a:cubicBezTo>
                  <a:pt x="519257" y="179253"/>
                  <a:pt x="524775" y="184763"/>
                  <a:pt x="524775" y="193028"/>
                </a:cubicBezTo>
                <a:cubicBezTo>
                  <a:pt x="524775" y="201293"/>
                  <a:pt x="519257" y="206803"/>
                  <a:pt x="510979" y="206803"/>
                </a:cubicBezTo>
                <a:lnTo>
                  <a:pt x="41387" y="206803"/>
                </a:lnTo>
                <a:cubicBezTo>
                  <a:pt x="33110" y="206803"/>
                  <a:pt x="27592" y="201293"/>
                  <a:pt x="27592" y="193028"/>
                </a:cubicBezTo>
                <a:lnTo>
                  <a:pt x="27592" y="165478"/>
                </a:lnTo>
                <a:cubicBezTo>
                  <a:pt x="27592" y="159968"/>
                  <a:pt x="31775" y="154458"/>
                  <a:pt x="37293" y="153036"/>
                </a:cubicBezTo>
                <a:lnTo>
                  <a:pt x="136712" y="115799"/>
                </a:lnTo>
                <a:cubicBezTo>
                  <a:pt x="161545" y="48257"/>
                  <a:pt x="227853" y="0"/>
                  <a:pt x="303775" y="0"/>
                </a:cubicBezTo>
                <a:close/>
              </a:path>
            </a:pathLst>
          </a:custGeom>
          <a:solidFill>
            <a:schemeClr val="accent2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8" name="CustomShape 12"/>
          <p:cNvSpPr/>
          <p:nvPr/>
        </p:nvSpPr>
        <p:spPr>
          <a:xfrm>
            <a:off x="6138360" y="5064480"/>
            <a:ext cx="286920" cy="325800"/>
          </a:xfrm>
          <a:custGeom>
            <a:avLst/>
            <a:gdLst/>
            <a:ahLst/>
            <a:cxnLst/>
            <a:rect l="l" t="t" r="r" b="b"/>
            <a:pathLst>
              <a:path w="2288" h="2598">
                <a:moveTo>
                  <a:pt x="2281" y="1465"/>
                </a:moveTo>
                <a:cubicBezTo>
                  <a:pt x="2220" y="1286"/>
                  <a:pt x="2159" y="1111"/>
                  <a:pt x="2125" y="924"/>
                </a:cubicBezTo>
                <a:cubicBezTo>
                  <a:pt x="2112" y="850"/>
                  <a:pt x="2015" y="868"/>
                  <a:pt x="1992" y="924"/>
                </a:cubicBezTo>
                <a:cubicBezTo>
                  <a:pt x="1948" y="1035"/>
                  <a:pt x="1904" y="1146"/>
                  <a:pt x="1863" y="1258"/>
                </a:cubicBezTo>
                <a:cubicBezTo>
                  <a:pt x="1840" y="1319"/>
                  <a:pt x="1790" y="1411"/>
                  <a:pt x="1809" y="1480"/>
                </a:cubicBezTo>
                <a:cubicBezTo>
                  <a:pt x="1783" y="1516"/>
                  <a:pt x="1783" y="1565"/>
                  <a:pt x="1848" y="1586"/>
                </a:cubicBezTo>
                <a:cubicBezTo>
                  <a:pt x="1878" y="1596"/>
                  <a:pt x="1908" y="1602"/>
                  <a:pt x="1938" y="1607"/>
                </a:cubicBezTo>
                <a:cubicBezTo>
                  <a:pt x="1927" y="1644"/>
                  <a:pt x="1916" y="1681"/>
                  <a:pt x="1899" y="1716"/>
                </a:cubicBezTo>
                <a:cubicBezTo>
                  <a:pt x="1861" y="1789"/>
                  <a:pt x="1799" y="1850"/>
                  <a:pt x="1734" y="1899"/>
                </a:cubicBezTo>
                <a:cubicBezTo>
                  <a:pt x="1586" y="2012"/>
                  <a:pt x="1393" y="2062"/>
                  <a:pt x="1211" y="2079"/>
                </a:cubicBezTo>
                <a:cubicBezTo>
                  <a:pt x="1201" y="2080"/>
                  <a:pt x="1190" y="2080"/>
                  <a:pt x="1180" y="2081"/>
                </a:cubicBezTo>
                <a:cubicBezTo>
                  <a:pt x="1178" y="2066"/>
                  <a:pt x="1177" y="2052"/>
                  <a:pt x="1176" y="2038"/>
                </a:cubicBezTo>
                <a:cubicBezTo>
                  <a:pt x="1167" y="1852"/>
                  <a:pt x="1173" y="1665"/>
                  <a:pt x="1178" y="1479"/>
                </a:cubicBezTo>
                <a:cubicBezTo>
                  <a:pt x="1183" y="1309"/>
                  <a:pt x="1195" y="1137"/>
                  <a:pt x="1200" y="965"/>
                </a:cubicBezTo>
                <a:cubicBezTo>
                  <a:pt x="1262" y="972"/>
                  <a:pt x="1326" y="981"/>
                  <a:pt x="1388" y="979"/>
                </a:cubicBezTo>
                <a:cubicBezTo>
                  <a:pt x="1391" y="992"/>
                  <a:pt x="1399" y="1003"/>
                  <a:pt x="1409" y="1012"/>
                </a:cubicBezTo>
                <a:cubicBezTo>
                  <a:pt x="1434" y="1041"/>
                  <a:pt x="1476" y="1041"/>
                  <a:pt x="1501" y="1012"/>
                </a:cubicBezTo>
                <a:cubicBezTo>
                  <a:pt x="1511" y="1003"/>
                  <a:pt x="1519" y="991"/>
                  <a:pt x="1522" y="978"/>
                </a:cubicBezTo>
                <a:cubicBezTo>
                  <a:pt x="1528" y="956"/>
                  <a:pt x="1526" y="931"/>
                  <a:pt x="1526" y="908"/>
                </a:cubicBezTo>
                <a:lnTo>
                  <a:pt x="1526" y="847"/>
                </a:lnTo>
                <a:cubicBezTo>
                  <a:pt x="1526" y="809"/>
                  <a:pt x="1493" y="776"/>
                  <a:pt x="1455" y="776"/>
                </a:cubicBezTo>
                <a:cubicBezTo>
                  <a:pt x="1423" y="776"/>
                  <a:pt x="1395" y="799"/>
                  <a:pt x="1387" y="828"/>
                </a:cubicBezTo>
                <a:cubicBezTo>
                  <a:pt x="1327" y="813"/>
                  <a:pt x="1264" y="812"/>
                  <a:pt x="1202" y="810"/>
                </a:cubicBezTo>
                <a:cubicBezTo>
                  <a:pt x="1202" y="735"/>
                  <a:pt x="1199" y="659"/>
                  <a:pt x="1193" y="584"/>
                </a:cubicBezTo>
                <a:cubicBezTo>
                  <a:pt x="1297" y="558"/>
                  <a:pt x="1391" y="480"/>
                  <a:pt x="1431" y="385"/>
                </a:cubicBezTo>
                <a:cubicBezTo>
                  <a:pt x="1470" y="292"/>
                  <a:pt x="1441" y="197"/>
                  <a:pt x="1375" y="124"/>
                </a:cubicBezTo>
                <a:cubicBezTo>
                  <a:pt x="1315" y="57"/>
                  <a:pt x="1196" y="0"/>
                  <a:pt x="1109" y="37"/>
                </a:cubicBezTo>
                <a:cubicBezTo>
                  <a:pt x="1109" y="37"/>
                  <a:pt x="1109" y="37"/>
                  <a:pt x="1109" y="37"/>
                </a:cubicBezTo>
                <a:cubicBezTo>
                  <a:pt x="988" y="48"/>
                  <a:pt x="885" y="127"/>
                  <a:pt x="860" y="255"/>
                </a:cubicBezTo>
                <a:cubicBezTo>
                  <a:pt x="837" y="376"/>
                  <a:pt x="900" y="516"/>
                  <a:pt x="1013" y="570"/>
                </a:cubicBezTo>
                <a:cubicBezTo>
                  <a:pt x="1033" y="580"/>
                  <a:pt x="1055" y="586"/>
                  <a:pt x="1077" y="590"/>
                </a:cubicBezTo>
                <a:cubicBezTo>
                  <a:pt x="1068" y="662"/>
                  <a:pt x="1062" y="735"/>
                  <a:pt x="1056" y="808"/>
                </a:cubicBezTo>
                <a:cubicBezTo>
                  <a:pt x="1001" y="808"/>
                  <a:pt x="947" y="810"/>
                  <a:pt x="892" y="813"/>
                </a:cubicBezTo>
                <a:cubicBezTo>
                  <a:pt x="892" y="803"/>
                  <a:pt x="891" y="793"/>
                  <a:pt x="891" y="784"/>
                </a:cubicBezTo>
                <a:cubicBezTo>
                  <a:pt x="896" y="691"/>
                  <a:pt x="748" y="690"/>
                  <a:pt x="747" y="784"/>
                </a:cubicBezTo>
                <a:cubicBezTo>
                  <a:pt x="747" y="829"/>
                  <a:pt x="742" y="876"/>
                  <a:pt x="748" y="921"/>
                </a:cubicBezTo>
                <a:cubicBezTo>
                  <a:pt x="756" y="983"/>
                  <a:pt x="811" y="1002"/>
                  <a:pt x="851" y="981"/>
                </a:cubicBezTo>
                <a:cubicBezTo>
                  <a:pt x="872" y="980"/>
                  <a:pt x="891" y="967"/>
                  <a:pt x="899" y="946"/>
                </a:cubicBezTo>
                <a:cubicBezTo>
                  <a:pt x="948" y="949"/>
                  <a:pt x="998" y="951"/>
                  <a:pt x="1047" y="954"/>
                </a:cubicBezTo>
                <a:cubicBezTo>
                  <a:pt x="1037" y="1129"/>
                  <a:pt x="1031" y="1305"/>
                  <a:pt x="1024" y="1479"/>
                </a:cubicBezTo>
                <a:cubicBezTo>
                  <a:pt x="1017" y="1665"/>
                  <a:pt x="1014" y="1851"/>
                  <a:pt x="1021" y="2038"/>
                </a:cubicBezTo>
                <a:cubicBezTo>
                  <a:pt x="1022" y="2051"/>
                  <a:pt x="1022" y="2066"/>
                  <a:pt x="1022" y="2081"/>
                </a:cubicBezTo>
                <a:cubicBezTo>
                  <a:pt x="722" y="2061"/>
                  <a:pt x="421" y="1927"/>
                  <a:pt x="289" y="1649"/>
                </a:cubicBezTo>
                <a:cubicBezTo>
                  <a:pt x="342" y="1639"/>
                  <a:pt x="422" y="1633"/>
                  <a:pt x="434" y="1569"/>
                </a:cubicBezTo>
                <a:cubicBezTo>
                  <a:pt x="439" y="1539"/>
                  <a:pt x="429" y="1506"/>
                  <a:pt x="402" y="1492"/>
                </a:cubicBezTo>
                <a:cubicBezTo>
                  <a:pt x="401" y="1485"/>
                  <a:pt x="399" y="1478"/>
                  <a:pt x="395" y="1470"/>
                </a:cubicBezTo>
                <a:cubicBezTo>
                  <a:pt x="338" y="1362"/>
                  <a:pt x="258" y="1263"/>
                  <a:pt x="215" y="1148"/>
                </a:cubicBezTo>
                <a:cubicBezTo>
                  <a:pt x="192" y="1085"/>
                  <a:pt x="111" y="1085"/>
                  <a:pt x="88" y="1148"/>
                </a:cubicBezTo>
                <a:cubicBezTo>
                  <a:pt x="29" y="1306"/>
                  <a:pt x="0" y="1457"/>
                  <a:pt x="39" y="1624"/>
                </a:cubicBezTo>
                <a:cubicBezTo>
                  <a:pt x="45" y="1653"/>
                  <a:pt x="75" y="1663"/>
                  <a:pt x="101" y="1658"/>
                </a:cubicBezTo>
                <a:cubicBezTo>
                  <a:pt x="125" y="1661"/>
                  <a:pt x="149" y="1661"/>
                  <a:pt x="172" y="1661"/>
                </a:cubicBezTo>
                <a:cubicBezTo>
                  <a:pt x="253" y="2008"/>
                  <a:pt x="572" y="2179"/>
                  <a:pt x="906" y="2228"/>
                </a:cubicBezTo>
                <a:cubicBezTo>
                  <a:pt x="931" y="2337"/>
                  <a:pt x="982" y="2443"/>
                  <a:pt x="1043" y="2536"/>
                </a:cubicBezTo>
                <a:cubicBezTo>
                  <a:pt x="1083" y="2598"/>
                  <a:pt x="1172" y="2572"/>
                  <a:pt x="1177" y="2500"/>
                </a:cubicBezTo>
                <a:cubicBezTo>
                  <a:pt x="1177" y="2509"/>
                  <a:pt x="1185" y="2477"/>
                  <a:pt x="1189" y="2468"/>
                </a:cubicBezTo>
                <a:cubicBezTo>
                  <a:pt x="1199" y="2446"/>
                  <a:pt x="1211" y="2426"/>
                  <a:pt x="1223" y="2405"/>
                </a:cubicBezTo>
                <a:cubicBezTo>
                  <a:pt x="1234" y="2386"/>
                  <a:pt x="1247" y="2368"/>
                  <a:pt x="1259" y="2349"/>
                </a:cubicBezTo>
                <a:cubicBezTo>
                  <a:pt x="1264" y="2342"/>
                  <a:pt x="1268" y="2335"/>
                  <a:pt x="1273" y="2328"/>
                </a:cubicBezTo>
                <a:cubicBezTo>
                  <a:pt x="1277" y="2322"/>
                  <a:pt x="1293" y="2305"/>
                  <a:pt x="1277" y="2322"/>
                </a:cubicBezTo>
                <a:cubicBezTo>
                  <a:pt x="1304" y="2294"/>
                  <a:pt x="1300" y="2258"/>
                  <a:pt x="1280" y="2234"/>
                </a:cubicBezTo>
                <a:cubicBezTo>
                  <a:pt x="1483" y="2210"/>
                  <a:pt x="1683" y="2139"/>
                  <a:pt x="1845" y="2015"/>
                </a:cubicBezTo>
                <a:cubicBezTo>
                  <a:pt x="1948" y="1936"/>
                  <a:pt x="2086" y="1773"/>
                  <a:pt x="2094" y="1624"/>
                </a:cubicBezTo>
                <a:cubicBezTo>
                  <a:pt x="2146" y="1628"/>
                  <a:pt x="2201" y="1630"/>
                  <a:pt x="2245" y="1609"/>
                </a:cubicBezTo>
                <a:cubicBezTo>
                  <a:pt x="2278" y="1594"/>
                  <a:pt x="2287" y="1550"/>
                  <a:pt x="2274" y="1517"/>
                </a:cubicBezTo>
                <a:cubicBezTo>
                  <a:pt x="2284" y="1503"/>
                  <a:pt x="2288" y="1485"/>
                  <a:pt x="2281" y="1465"/>
                </a:cubicBezTo>
                <a:close/>
                <a:moveTo>
                  <a:pt x="1065" y="420"/>
                </a:moveTo>
                <a:cubicBezTo>
                  <a:pt x="1019" y="392"/>
                  <a:pt x="1002" y="323"/>
                  <a:pt x="1010" y="274"/>
                </a:cubicBezTo>
                <a:cubicBezTo>
                  <a:pt x="1021" y="207"/>
                  <a:pt x="1073" y="171"/>
                  <a:pt x="1131" y="148"/>
                </a:cubicBezTo>
                <a:cubicBezTo>
                  <a:pt x="1208" y="195"/>
                  <a:pt x="1340" y="234"/>
                  <a:pt x="1280" y="343"/>
                </a:cubicBezTo>
                <a:cubicBezTo>
                  <a:pt x="1258" y="383"/>
                  <a:pt x="1213" y="417"/>
                  <a:pt x="1165" y="430"/>
                </a:cubicBezTo>
                <a:cubicBezTo>
                  <a:pt x="1148" y="418"/>
                  <a:pt x="1121" y="420"/>
                  <a:pt x="1105" y="434"/>
                </a:cubicBezTo>
                <a:cubicBezTo>
                  <a:pt x="1091" y="432"/>
                  <a:pt x="1077" y="428"/>
                  <a:pt x="1065" y="420"/>
                </a:cubicBezTo>
                <a:close/>
                <a:moveTo>
                  <a:pt x="1032" y="2241"/>
                </a:moveTo>
                <a:cubicBezTo>
                  <a:pt x="1034" y="2257"/>
                  <a:pt x="1037" y="2272"/>
                  <a:pt x="1040" y="2287"/>
                </a:cubicBezTo>
                <a:cubicBezTo>
                  <a:pt x="1029" y="2271"/>
                  <a:pt x="1019" y="2255"/>
                  <a:pt x="1010" y="2239"/>
                </a:cubicBezTo>
                <a:cubicBezTo>
                  <a:pt x="1017" y="2240"/>
                  <a:pt x="1025" y="2241"/>
                  <a:pt x="1032" y="2241"/>
                </a:cubicBezTo>
                <a:close/>
              </a:path>
            </a:pathLst>
          </a:custGeom>
          <a:solidFill>
            <a:schemeClr val="accent4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9" name="Line 13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0" name="Line 14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1" name="CustomShape 15"/>
          <p:cNvSpPr/>
          <p:nvPr/>
        </p:nvSpPr>
        <p:spPr>
          <a:xfrm>
            <a:off x="4581720" y="345240"/>
            <a:ext cx="302724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运维的终极目标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322" name="CustomShape 16"/>
          <p:cNvSpPr/>
          <p:nvPr/>
        </p:nvSpPr>
        <p:spPr>
          <a:xfrm>
            <a:off x="2514600" y="875880"/>
            <a:ext cx="718560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The user can demonstrate on a projector or computer, or print the presentation and make it into a film to be used in a wider field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3" name="CustomShape 17"/>
          <p:cNvSpPr/>
          <p:nvPr/>
        </p:nvSpPr>
        <p:spPr>
          <a:xfrm>
            <a:off x="6861240" y="2307240"/>
            <a:ext cx="445356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它是一种重视“软件开发人员（Dev）”和“IT运维技术人员（Ops）”之间沟通合作的文化、运动或惯例。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4" name="CustomShape 18"/>
          <p:cNvSpPr/>
          <p:nvPr/>
        </p:nvSpPr>
        <p:spPr>
          <a:xfrm>
            <a:off x="6861240" y="195696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DEVOPS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25" name="CustomShape 19"/>
          <p:cNvSpPr/>
          <p:nvPr/>
        </p:nvSpPr>
        <p:spPr>
          <a:xfrm>
            <a:off x="6861240" y="4531320"/>
            <a:ext cx="4453560" cy="27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让客户和开发在无痛的情况下。完成运维工作</a:t>
            </a: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endParaRPr lang="en-US" sz="1200" b="0" strike="noStrike" spc="-1">
              <a:latin typeface="Arial"/>
            </a:endParaRPr>
          </a:p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道德经 四十一章  大象无形。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6" name="CustomShape 20"/>
          <p:cNvSpPr/>
          <p:nvPr/>
        </p:nvSpPr>
        <p:spPr>
          <a:xfrm>
            <a:off x="6861240" y="418104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无感知运维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27" name="CustomShape 21"/>
          <p:cNvSpPr/>
          <p:nvPr/>
        </p:nvSpPr>
        <p:spPr>
          <a:xfrm>
            <a:off x="1017360" y="2706120"/>
            <a:ext cx="4453560" cy="27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一是IT运维监控和诊断优化工具；二是运维流程自动化工具。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8" name="CustomShape 22"/>
          <p:cNvSpPr/>
          <p:nvPr/>
        </p:nvSpPr>
        <p:spPr>
          <a:xfrm>
            <a:off x="1017360" y="235584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高度自动化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29" name="CustomShape 23"/>
          <p:cNvSpPr/>
          <p:nvPr/>
        </p:nvSpPr>
        <p:spPr>
          <a:xfrm>
            <a:off x="1017360" y="4930200"/>
            <a:ext cx="4453560" cy="70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808080"/>
                </a:solidFill>
                <a:latin typeface="Arial"/>
                <a:ea typeface="微软雅黑"/>
              </a:rPr>
              <a:t>自动化是IT运维工作的升华，IT运维自动化不单纯是一个维护过程，更是一个管理的提升过程，是IT运维的最高层次，也是未来的发展趋势。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0" name="CustomShape 24"/>
          <p:cNvSpPr/>
          <p:nvPr/>
        </p:nvSpPr>
        <p:spPr>
          <a:xfrm>
            <a:off x="1017360" y="4579920"/>
            <a:ext cx="208188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微软雅黑"/>
              </a:rPr>
              <a:t>高效 快捷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图片占位符 12"/>
          <p:cNvPicPr/>
          <p:nvPr/>
        </p:nvPicPr>
        <p:blipFill>
          <a:blip r:embed="rId3"/>
          <a:stretch/>
        </p:blipFill>
        <p:spPr>
          <a:xfrm>
            <a:off x="805320" y="1644300"/>
            <a:ext cx="7574040" cy="4285080"/>
          </a:xfrm>
          <a:prstGeom prst="rect">
            <a:avLst/>
          </a:prstGeom>
          <a:ln>
            <a:noFill/>
          </a:ln>
        </p:spPr>
      </p:pic>
      <p:sp>
        <p:nvSpPr>
          <p:cNvPr id="332" name="Line 1"/>
          <p:cNvSpPr/>
          <p:nvPr/>
        </p:nvSpPr>
        <p:spPr>
          <a:xfrm>
            <a:off x="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3" name="Line 2"/>
          <p:cNvSpPr/>
          <p:nvPr/>
        </p:nvSpPr>
        <p:spPr>
          <a:xfrm>
            <a:off x="7962840" y="634680"/>
            <a:ext cx="4228920" cy="3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round/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4" name="CustomShape 3"/>
          <p:cNvSpPr/>
          <p:nvPr/>
        </p:nvSpPr>
        <p:spPr>
          <a:xfrm>
            <a:off x="4176720" y="345240"/>
            <a:ext cx="3841200" cy="57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合作 共赢 高效 专业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335" name="CustomShape 4"/>
          <p:cNvSpPr/>
          <p:nvPr/>
        </p:nvSpPr>
        <p:spPr>
          <a:xfrm>
            <a:off x="6474240" y="2281999"/>
            <a:ext cx="4851000" cy="3140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6" name="CustomShape 5"/>
          <p:cNvSpPr/>
          <p:nvPr/>
        </p:nvSpPr>
        <p:spPr>
          <a:xfrm>
            <a:off x="6916320" y="2610720"/>
            <a:ext cx="1463040" cy="101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 strike="noStrike" spc="-137">
                <a:solidFill>
                  <a:srgbClr val="FFFFFF"/>
                </a:solidFill>
                <a:latin typeface="Agency FB"/>
                <a:ea typeface="微软雅黑"/>
              </a:rPr>
              <a:t>30%</a:t>
            </a:r>
            <a:endParaRPr lang="en-US" sz="7200" b="0" strike="noStrike" spc="-1">
              <a:latin typeface="Arial"/>
            </a:endParaRPr>
          </a:p>
        </p:txBody>
      </p:sp>
      <p:sp>
        <p:nvSpPr>
          <p:cNvPr id="337" name="CustomShape 6"/>
          <p:cNvSpPr/>
          <p:nvPr/>
        </p:nvSpPr>
        <p:spPr>
          <a:xfrm>
            <a:off x="6696000" y="4137480"/>
            <a:ext cx="4407480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微软雅黑"/>
              </a:rPr>
              <a:t>一个人的能力优先，一个团队因为专业的限制感知有限。需要大家的共同协作指导。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8" name="CustomShape 7"/>
          <p:cNvSpPr/>
          <p:nvPr/>
        </p:nvSpPr>
        <p:spPr>
          <a:xfrm>
            <a:off x="6696000" y="3786840"/>
            <a:ext cx="215172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2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  <a:ea typeface="微软雅黑"/>
              </a:rPr>
              <a:t>需要各位共同参与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"/>
          <p:cNvSpPr/>
          <p:nvPr/>
        </p:nvSpPr>
        <p:spPr>
          <a:xfrm flipV="1">
            <a:off x="0" y="-2880"/>
            <a:ext cx="4959000" cy="411228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CustomShape 2"/>
          <p:cNvSpPr/>
          <p:nvPr/>
        </p:nvSpPr>
        <p:spPr>
          <a:xfrm rot="10800000" flipV="1">
            <a:off x="25002000" y="17477640"/>
            <a:ext cx="2133720" cy="1769040"/>
          </a:xfrm>
          <a:prstGeom prst="triangle">
            <a:avLst>
              <a:gd name="adj" fmla="val 0"/>
            </a:avLst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" name="Line 3"/>
          <p:cNvSpPr/>
          <p:nvPr/>
        </p:nvSpPr>
        <p:spPr>
          <a:xfrm flipH="1">
            <a:off x="1622520" y="3045240"/>
            <a:ext cx="1146600" cy="9507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2" name="Line 4"/>
          <p:cNvSpPr/>
          <p:nvPr/>
        </p:nvSpPr>
        <p:spPr>
          <a:xfrm flipH="1">
            <a:off x="0" y="4456440"/>
            <a:ext cx="2895480" cy="24015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Line 5"/>
          <p:cNvSpPr/>
          <p:nvPr/>
        </p:nvSpPr>
        <p:spPr>
          <a:xfrm flipH="1">
            <a:off x="4961520" y="0"/>
            <a:ext cx="2429640" cy="20149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6"/>
          <p:cNvSpPr/>
          <p:nvPr/>
        </p:nvSpPr>
        <p:spPr>
          <a:xfrm>
            <a:off x="2634840" y="2380320"/>
            <a:ext cx="3426480" cy="184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CustomShape 7"/>
          <p:cNvSpPr/>
          <p:nvPr/>
        </p:nvSpPr>
        <p:spPr>
          <a:xfrm>
            <a:off x="5620320" y="2606040"/>
            <a:ext cx="4653360" cy="75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gency FB"/>
                <a:ea typeface="微软雅黑"/>
              </a:rPr>
              <a:t>感谢您的观看指导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346" name="CustomShape 8"/>
          <p:cNvSpPr/>
          <p:nvPr/>
        </p:nvSpPr>
        <p:spPr>
          <a:xfrm>
            <a:off x="5617800" y="3299040"/>
            <a:ext cx="510012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808080"/>
                </a:solidFill>
                <a:latin typeface="Agency FB"/>
                <a:ea typeface="微软雅黑"/>
              </a:rPr>
              <a:t>希望我们一起 走的更远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7" name="Line 9"/>
          <p:cNvSpPr/>
          <p:nvPr/>
        </p:nvSpPr>
        <p:spPr>
          <a:xfrm flipH="1">
            <a:off x="11569680" y="4310280"/>
            <a:ext cx="622080" cy="5162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9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9" dur="500" fill="hold"/>
                                        <p:tgtEl>
                                          <p:spTgt spid="344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30" dur="500" fill="hold"/>
                                        <p:tgtEl>
                                          <p:spTgt spid="344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272</TotalTime>
  <Words>377</Words>
  <Application>Microsoft Office PowerPoint</Application>
  <PresentationFormat>宽屏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DejaVu Sans</vt:lpstr>
      <vt:lpstr>微软雅黑</vt:lpstr>
      <vt:lpstr>Agency FB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第一PPT</dc:creator>
  <cp:keywords>www.1ppt.com</cp:keywords>
  <dc:description>www.1ppt.com</dc:description>
  <cp:lastModifiedBy>Administrator</cp:lastModifiedBy>
  <cp:revision>51</cp:revision>
  <dcterms:created xsi:type="dcterms:W3CDTF">2017-08-08T02:58:07Z</dcterms:created>
  <dcterms:modified xsi:type="dcterms:W3CDTF">2019-05-30T06:51:33Z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25</vt:i4>
  </property>
  <property fmtid="{D5CDD505-2E9C-101B-9397-08002B2CF9AE}" pid="8" name="PresentationFormat">
    <vt:lpwstr>自定义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26</vt:i4>
  </property>
</Properties>
</file>